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7466" y="2230342"/>
            <a:ext cx="5139055" cy="1109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7466" y="499935"/>
            <a:ext cx="9990455" cy="10687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58091" y="1832768"/>
            <a:ext cx="5189220" cy="3540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dirty="0" sz="3450" spc="-40"/>
              <a:t>Mars</a:t>
            </a:r>
            <a:r>
              <a:rPr dirty="0" sz="3450" spc="-360"/>
              <a:t> </a:t>
            </a:r>
            <a:r>
              <a:rPr dirty="0" sz="3450" spc="-175"/>
              <a:t>Habitat</a:t>
            </a:r>
            <a:r>
              <a:rPr dirty="0" sz="3450" spc="-360"/>
              <a:t> </a:t>
            </a:r>
            <a:r>
              <a:rPr dirty="0" sz="3450" spc="-135"/>
              <a:t>Automation </a:t>
            </a:r>
            <a:r>
              <a:rPr dirty="0" sz="3450" spc="-10"/>
              <a:t>System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607466" y="3556508"/>
            <a:ext cx="541718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dirty="0" sz="1400" spc="114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distributed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262424"/>
                </a:solidFill>
                <a:latin typeface="Tahoma"/>
                <a:cs typeface="Tahoma"/>
              </a:rPr>
              <a:t>IoT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monitoring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control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platform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Mars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habitat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simulation,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built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262424"/>
                </a:solidFill>
                <a:latin typeface="Tahoma"/>
                <a:cs typeface="Tahoma"/>
              </a:rPr>
              <a:t>Advanced</a:t>
            </a:r>
            <a:r>
              <a:rPr dirty="0" sz="140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Programming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Laboratory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course.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4286250" cy="6429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3716" y="750633"/>
            <a:ext cx="5662295" cy="50419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75"/>
              <a:t>System</a:t>
            </a:r>
            <a:r>
              <a:rPr dirty="0" spc="-280"/>
              <a:t> </a:t>
            </a:r>
            <a:r>
              <a:rPr dirty="0" spc="-110"/>
              <a:t>Architecture</a:t>
            </a:r>
            <a:r>
              <a:rPr dirty="0" spc="-280"/>
              <a:t> </a:t>
            </a:r>
            <a:r>
              <a:rPr dirty="0" spc="-60"/>
              <a:t>Overview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900295" y="1471294"/>
            <a:ext cx="807720" cy="1149350"/>
            <a:chOff x="4900295" y="1471294"/>
            <a:chExt cx="807720" cy="1149350"/>
          </a:xfrm>
        </p:grpSpPr>
        <p:sp>
          <p:nvSpPr>
            <p:cNvPr id="5" name="object 5" descr=""/>
            <p:cNvSpPr/>
            <p:nvPr/>
          </p:nvSpPr>
          <p:spPr>
            <a:xfrm>
              <a:off x="4905375" y="1476374"/>
              <a:ext cx="797560" cy="1139190"/>
            </a:xfrm>
            <a:custGeom>
              <a:avLst/>
              <a:gdLst/>
              <a:ahLst/>
              <a:cxnLst/>
              <a:rect l="l" t="t" r="r" b="b"/>
              <a:pathLst>
                <a:path w="797560" h="1139189">
                  <a:moveTo>
                    <a:pt x="797445" y="0"/>
                  </a:moveTo>
                  <a:lnTo>
                    <a:pt x="398716" y="159486"/>
                  </a:lnTo>
                  <a:lnTo>
                    <a:pt x="0" y="0"/>
                  </a:lnTo>
                  <a:lnTo>
                    <a:pt x="0" y="979487"/>
                  </a:lnTo>
                  <a:lnTo>
                    <a:pt x="398716" y="1138986"/>
                  </a:lnTo>
                  <a:lnTo>
                    <a:pt x="797445" y="979487"/>
                  </a:lnTo>
                  <a:lnTo>
                    <a:pt x="797445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05375" y="1476374"/>
              <a:ext cx="797560" cy="1139190"/>
            </a:xfrm>
            <a:custGeom>
              <a:avLst/>
              <a:gdLst/>
              <a:ahLst/>
              <a:cxnLst/>
              <a:rect l="l" t="t" r="r" b="b"/>
              <a:pathLst>
                <a:path w="797560" h="1139189">
                  <a:moveTo>
                    <a:pt x="0" y="979487"/>
                  </a:moveTo>
                  <a:lnTo>
                    <a:pt x="398716" y="1138986"/>
                  </a:lnTo>
                  <a:lnTo>
                    <a:pt x="797445" y="979487"/>
                  </a:lnTo>
                  <a:lnTo>
                    <a:pt x="797445" y="0"/>
                  </a:lnTo>
                  <a:lnTo>
                    <a:pt x="398716" y="159486"/>
                  </a:lnTo>
                  <a:lnTo>
                    <a:pt x="0" y="0"/>
                  </a:lnTo>
                  <a:lnTo>
                    <a:pt x="0" y="979487"/>
                  </a:lnTo>
                  <a:close/>
                </a:path>
              </a:pathLst>
            </a:custGeom>
            <a:ln w="9968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244350" y="1881727"/>
            <a:ext cx="128905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415" b="1">
                <a:solidFill>
                  <a:srgbClr val="262424"/>
                </a:solidFill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34603" y="1616741"/>
            <a:ext cx="1353820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85" b="1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dirty="0" sz="15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50" spc="-80" b="1">
                <a:solidFill>
                  <a:srgbClr val="262424"/>
                </a:solidFill>
                <a:latin typeface="Tahoma"/>
                <a:cs typeface="Tahoma"/>
              </a:rPr>
              <a:t>Ingestion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34603" y="1914664"/>
            <a:ext cx="4441190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Sensor</a:t>
            </a:r>
            <a:r>
              <a:rPr dirty="0" sz="12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dirty="0" sz="125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collected</a:t>
            </a:r>
            <a:r>
              <a:rPr dirty="0" sz="12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from</a:t>
            </a:r>
            <a:r>
              <a:rPr dirty="0" sz="125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mars-simulator</a:t>
            </a:r>
            <a:r>
              <a:rPr dirty="0" sz="125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via</a:t>
            </a:r>
            <a:r>
              <a:rPr dirty="0" sz="12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REST</a:t>
            </a:r>
            <a:r>
              <a:rPr dirty="0" sz="125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40">
                <a:solidFill>
                  <a:srgbClr val="262424"/>
                </a:solidFill>
                <a:latin typeface="Tahoma"/>
                <a:cs typeface="Tahoma"/>
              </a:rPr>
              <a:t>SSE 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endpoints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900295" y="2614294"/>
            <a:ext cx="807720" cy="967105"/>
            <a:chOff x="4900295" y="2614294"/>
            <a:chExt cx="807720" cy="967105"/>
          </a:xfrm>
        </p:grpSpPr>
        <p:sp>
          <p:nvSpPr>
            <p:cNvPr id="11" name="object 11" descr=""/>
            <p:cNvSpPr/>
            <p:nvPr/>
          </p:nvSpPr>
          <p:spPr>
            <a:xfrm>
              <a:off x="4905375" y="2619374"/>
              <a:ext cx="797560" cy="956944"/>
            </a:xfrm>
            <a:custGeom>
              <a:avLst/>
              <a:gdLst/>
              <a:ahLst/>
              <a:cxnLst/>
              <a:rect l="l" t="t" r="r" b="b"/>
              <a:pathLst>
                <a:path w="797560" h="956945">
                  <a:moveTo>
                    <a:pt x="797445" y="0"/>
                  </a:moveTo>
                  <a:lnTo>
                    <a:pt x="398716" y="159486"/>
                  </a:lnTo>
                  <a:lnTo>
                    <a:pt x="0" y="0"/>
                  </a:lnTo>
                  <a:lnTo>
                    <a:pt x="0" y="797331"/>
                  </a:lnTo>
                  <a:lnTo>
                    <a:pt x="398716" y="956818"/>
                  </a:lnTo>
                  <a:lnTo>
                    <a:pt x="797445" y="797331"/>
                  </a:lnTo>
                  <a:lnTo>
                    <a:pt x="797445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05375" y="2619374"/>
              <a:ext cx="797560" cy="956944"/>
            </a:xfrm>
            <a:custGeom>
              <a:avLst/>
              <a:gdLst/>
              <a:ahLst/>
              <a:cxnLst/>
              <a:rect l="l" t="t" r="r" b="b"/>
              <a:pathLst>
                <a:path w="797560" h="956945">
                  <a:moveTo>
                    <a:pt x="0" y="797331"/>
                  </a:moveTo>
                  <a:lnTo>
                    <a:pt x="398716" y="956818"/>
                  </a:lnTo>
                  <a:lnTo>
                    <a:pt x="797445" y="797331"/>
                  </a:lnTo>
                  <a:lnTo>
                    <a:pt x="797445" y="0"/>
                  </a:lnTo>
                  <a:lnTo>
                    <a:pt x="398716" y="159486"/>
                  </a:lnTo>
                  <a:lnTo>
                    <a:pt x="0" y="0"/>
                  </a:lnTo>
                  <a:lnTo>
                    <a:pt x="0" y="797331"/>
                  </a:lnTo>
                  <a:close/>
                </a:path>
              </a:pathLst>
            </a:custGeom>
            <a:ln w="9968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220538" y="2929477"/>
            <a:ext cx="17653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 b="1">
                <a:solidFill>
                  <a:srgbClr val="262424"/>
                </a:solidFill>
                <a:latin typeface="Tahoma"/>
                <a:cs typeface="Tahoma"/>
              </a:rPr>
              <a:t>2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34603" y="2759741"/>
            <a:ext cx="4670425" cy="5715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20" b="1">
                <a:solidFill>
                  <a:srgbClr val="262424"/>
                </a:solidFill>
                <a:latin typeface="Tahoma"/>
                <a:cs typeface="Tahoma"/>
              </a:rPr>
              <a:t>Message</a:t>
            </a:r>
            <a:r>
              <a:rPr dirty="0" sz="1550" spc="-12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62424"/>
                </a:solidFill>
                <a:latin typeface="Tahoma"/>
                <a:cs typeface="Tahoma"/>
              </a:rPr>
              <a:t>Routing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Normalized</a:t>
            </a:r>
            <a:r>
              <a:rPr dirty="0" sz="12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messages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distributed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via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RabbitMQ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message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broker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00295" y="3566795"/>
            <a:ext cx="807720" cy="1149350"/>
            <a:chOff x="4900295" y="3566795"/>
            <a:chExt cx="807720" cy="1149350"/>
          </a:xfrm>
        </p:grpSpPr>
        <p:sp>
          <p:nvSpPr>
            <p:cNvPr id="16" name="object 16" descr=""/>
            <p:cNvSpPr/>
            <p:nvPr/>
          </p:nvSpPr>
          <p:spPr>
            <a:xfrm>
              <a:off x="4905375" y="3571875"/>
              <a:ext cx="797560" cy="1139190"/>
            </a:xfrm>
            <a:custGeom>
              <a:avLst/>
              <a:gdLst/>
              <a:ahLst/>
              <a:cxnLst/>
              <a:rect l="l" t="t" r="r" b="b"/>
              <a:pathLst>
                <a:path w="797560" h="1139189">
                  <a:moveTo>
                    <a:pt x="797445" y="0"/>
                  </a:moveTo>
                  <a:lnTo>
                    <a:pt x="398716" y="159486"/>
                  </a:lnTo>
                  <a:lnTo>
                    <a:pt x="0" y="0"/>
                  </a:lnTo>
                  <a:lnTo>
                    <a:pt x="0" y="979487"/>
                  </a:lnTo>
                  <a:lnTo>
                    <a:pt x="398716" y="1138986"/>
                  </a:lnTo>
                  <a:lnTo>
                    <a:pt x="797445" y="979487"/>
                  </a:lnTo>
                  <a:lnTo>
                    <a:pt x="797445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05375" y="3571875"/>
              <a:ext cx="797560" cy="1139190"/>
            </a:xfrm>
            <a:custGeom>
              <a:avLst/>
              <a:gdLst/>
              <a:ahLst/>
              <a:cxnLst/>
              <a:rect l="l" t="t" r="r" b="b"/>
              <a:pathLst>
                <a:path w="797560" h="1139189">
                  <a:moveTo>
                    <a:pt x="0" y="979487"/>
                  </a:moveTo>
                  <a:lnTo>
                    <a:pt x="398716" y="1138986"/>
                  </a:lnTo>
                  <a:lnTo>
                    <a:pt x="797445" y="979487"/>
                  </a:lnTo>
                  <a:lnTo>
                    <a:pt x="797445" y="0"/>
                  </a:lnTo>
                  <a:lnTo>
                    <a:pt x="398716" y="159486"/>
                  </a:lnTo>
                  <a:lnTo>
                    <a:pt x="0" y="0"/>
                  </a:lnTo>
                  <a:lnTo>
                    <a:pt x="0" y="979487"/>
                  </a:lnTo>
                  <a:close/>
                </a:path>
              </a:pathLst>
            </a:custGeom>
            <a:ln w="9968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218607" y="3977227"/>
            <a:ext cx="18034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 b="1">
                <a:solidFill>
                  <a:srgbClr val="262424"/>
                </a:solidFill>
                <a:latin typeface="Tahoma"/>
                <a:cs typeface="Tahoma"/>
              </a:rPr>
              <a:t>3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834607" y="3712241"/>
            <a:ext cx="4380865" cy="819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75" b="1">
                <a:solidFill>
                  <a:srgbClr val="262424"/>
                </a:solidFill>
                <a:latin typeface="Tahoma"/>
                <a:cs typeface="Tahoma"/>
              </a:rPr>
              <a:t>Automation</a:t>
            </a:r>
            <a:r>
              <a:rPr dirty="0" sz="1550" spc="-9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62424"/>
                </a:solidFill>
                <a:latin typeface="Tahoma"/>
                <a:cs typeface="Tahoma"/>
              </a:rPr>
              <a:t>Engine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ct val="130000"/>
              </a:lnSpc>
              <a:spcBef>
                <a:spcPts val="464"/>
              </a:spcBef>
            </a:pP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Rules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applied</a:t>
            </a:r>
            <a:r>
              <a:rPr dirty="0" sz="125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125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trigger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actuator</a:t>
            </a:r>
            <a:r>
              <a:rPr dirty="0" sz="125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responses</a:t>
            </a:r>
            <a:r>
              <a:rPr dirty="0" sz="125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262424"/>
                </a:solidFill>
                <a:latin typeface="Tahoma"/>
                <a:cs typeface="Tahoma"/>
              </a:rPr>
              <a:t>based</a:t>
            </a:r>
            <a:r>
              <a:rPr dirty="0" sz="125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on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 sensor conditions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900391" y="4709890"/>
            <a:ext cx="807720" cy="967105"/>
            <a:chOff x="4900391" y="4709890"/>
            <a:chExt cx="807720" cy="967105"/>
          </a:xfrm>
        </p:grpSpPr>
        <p:sp>
          <p:nvSpPr>
            <p:cNvPr id="21" name="object 21" descr=""/>
            <p:cNvSpPr/>
            <p:nvPr/>
          </p:nvSpPr>
          <p:spPr>
            <a:xfrm>
              <a:off x="4905375" y="4714874"/>
              <a:ext cx="797560" cy="956944"/>
            </a:xfrm>
            <a:custGeom>
              <a:avLst/>
              <a:gdLst/>
              <a:ahLst/>
              <a:cxnLst/>
              <a:rect l="l" t="t" r="r" b="b"/>
              <a:pathLst>
                <a:path w="797560" h="956945">
                  <a:moveTo>
                    <a:pt x="797445" y="0"/>
                  </a:moveTo>
                  <a:lnTo>
                    <a:pt x="398716" y="159486"/>
                  </a:lnTo>
                  <a:lnTo>
                    <a:pt x="0" y="0"/>
                  </a:lnTo>
                  <a:lnTo>
                    <a:pt x="0" y="797327"/>
                  </a:lnTo>
                  <a:lnTo>
                    <a:pt x="398716" y="956816"/>
                  </a:lnTo>
                  <a:lnTo>
                    <a:pt x="797445" y="797327"/>
                  </a:lnTo>
                  <a:lnTo>
                    <a:pt x="797445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905375" y="4714874"/>
              <a:ext cx="797560" cy="956944"/>
            </a:xfrm>
            <a:custGeom>
              <a:avLst/>
              <a:gdLst/>
              <a:ahLst/>
              <a:cxnLst/>
              <a:rect l="l" t="t" r="r" b="b"/>
              <a:pathLst>
                <a:path w="797560" h="956945">
                  <a:moveTo>
                    <a:pt x="0" y="797327"/>
                  </a:moveTo>
                  <a:lnTo>
                    <a:pt x="398716" y="956816"/>
                  </a:lnTo>
                  <a:lnTo>
                    <a:pt x="797445" y="797327"/>
                  </a:lnTo>
                  <a:lnTo>
                    <a:pt x="797445" y="0"/>
                  </a:lnTo>
                  <a:lnTo>
                    <a:pt x="398716" y="159486"/>
                  </a:lnTo>
                  <a:lnTo>
                    <a:pt x="0" y="0"/>
                  </a:lnTo>
                  <a:lnTo>
                    <a:pt x="0" y="797327"/>
                  </a:lnTo>
                  <a:close/>
                </a:path>
              </a:pathLst>
            </a:custGeom>
            <a:ln w="9968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215039" y="5024978"/>
            <a:ext cx="187325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40" b="1">
                <a:solidFill>
                  <a:srgbClr val="262424"/>
                </a:solidFill>
                <a:latin typeface="Tahoma"/>
                <a:cs typeface="Tahoma"/>
              </a:rPr>
              <a:t>4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834611" y="4855242"/>
            <a:ext cx="4598035" cy="5715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60" b="1">
                <a:solidFill>
                  <a:srgbClr val="262424"/>
                </a:solidFill>
                <a:latin typeface="Tahoma"/>
                <a:cs typeface="Tahoma"/>
              </a:rPr>
              <a:t>Dashboard</a:t>
            </a:r>
            <a:r>
              <a:rPr dirty="0" sz="1550" spc="-12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50" spc="-25" b="1">
                <a:solidFill>
                  <a:srgbClr val="262424"/>
                </a:solidFill>
                <a:latin typeface="Tahoma"/>
                <a:cs typeface="Tahoma"/>
              </a:rPr>
              <a:t>UI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Real-time</a:t>
            </a:r>
            <a:r>
              <a:rPr dirty="0" sz="12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monitoring</a:t>
            </a:r>
            <a:r>
              <a:rPr dirty="0" sz="12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manual</a:t>
            </a:r>
            <a:r>
              <a:rPr dirty="0" sz="12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control</a:t>
            </a:r>
            <a:r>
              <a:rPr dirty="0" sz="12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through</a:t>
            </a:r>
            <a:r>
              <a:rPr dirty="0" sz="12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262424"/>
                </a:solidFill>
                <a:latin typeface="Tahoma"/>
                <a:cs typeface="Tahoma"/>
              </a:rPr>
              <a:t>web</a:t>
            </a:r>
            <a:r>
              <a:rPr dirty="0" sz="12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interface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50" spc="-110"/>
              <a:t>Architecture</a:t>
            </a:r>
            <a:endParaRPr sz="34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2680" y="1419224"/>
            <a:ext cx="7044486" cy="45120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5680" y="602900"/>
            <a:ext cx="3695700" cy="5556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00"/>
              <a:t>Technology</a:t>
            </a:r>
            <a:r>
              <a:rPr dirty="0" sz="3450" spc="-310"/>
              <a:t> </a:t>
            </a:r>
            <a:r>
              <a:rPr dirty="0" sz="3450" spc="-50"/>
              <a:t>Stack</a:t>
            </a:r>
            <a:endParaRPr sz="34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647825"/>
            <a:ext cx="2228849" cy="22193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05680" y="4043235"/>
            <a:ext cx="2219960" cy="156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b="1">
                <a:latin typeface="Tahoma"/>
                <a:cs typeface="Tahoma"/>
              </a:rPr>
              <a:t>Message</a:t>
            </a:r>
            <a:r>
              <a:rPr dirty="0" sz="1700" spc="-175" b="1">
                <a:latin typeface="Tahoma"/>
                <a:cs typeface="Tahoma"/>
              </a:rPr>
              <a:t> </a:t>
            </a:r>
            <a:r>
              <a:rPr dirty="0" sz="1700" spc="-10" b="1">
                <a:latin typeface="Tahoma"/>
                <a:cs typeface="Tahoma"/>
              </a:rPr>
              <a:t>Broker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31000"/>
              </a:lnSpc>
              <a:spcBef>
                <a:spcPts val="1265"/>
              </a:spcBef>
            </a:pP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RabbitMQ</a:t>
            </a:r>
            <a:r>
              <a:rPr dirty="0" sz="1400" spc="1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dirty="0" sz="1400" spc="1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topic-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based 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exchanges</a:t>
            </a:r>
            <a:r>
              <a:rPr dirty="0" sz="1400" spc="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real-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time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distribution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262424"/>
                </a:solidFill>
                <a:latin typeface="Tahoma"/>
                <a:cs typeface="Tahoma"/>
              </a:rPr>
              <a:t>across services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6125" y="1647825"/>
            <a:ext cx="2219324" cy="221932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271189" y="4043235"/>
            <a:ext cx="2062480" cy="156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80" b="1">
                <a:latin typeface="Tahoma"/>
                <a:cs typeface="Tahoma"/>
              </a:rPr>
              <a:t>Data</a:t>
            </a:r>
            <a:r>
              <a:rPr dirty="0" sz="1700" spc="-170" b="1">
                <a:latin typeface="Tahoma"/>
                <a:cs typeface="Tahoma"/>
              </a:rPr>
              <a:t> </a:t>
            </a:r>
            <a:r>
              <a:rPr dirty="0" sz="1700" spc="-10" b="1">
                <a:latin typeface="Tahoma"/>
                <a:cs typeface="Tahoma"/>
              </a:rPr>
              <a:t>Persistence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31000"/>
              </a:lnSpc>
              <a:spcBef>
                <a:spcPts val="1265"/>
              </a:spcBef>
            </a:pP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PostgreSQL</a:t>
            </a:r>
            <a:r>
              <a:rPr dirty="0" sz="1400" spc="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database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storing</a:t>
            </a:r>
            <a:r>
              <a:rPr dirty="0" sz="1400" spc="-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automation</a:t>
            </a:r>
            <a:r>
              <a:rPr dirty="0" sz="1400" spc="-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rules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dirty="0" sz="1400" spc="-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CRUD</a:t>
            </a:r>
            <a:r>
              <a:rPr dirty="0" sz="1400" spc="-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operations</a:t>
            </a:r>
            <a:r>
              <a:rPr dirty="0" sz="1400" spc="-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for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rule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management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53125" y="1647825"/>
            <a:ext cx="2219324" cy="221932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36703" y="4043235"/>
            <a:ext cx="2252980" cy="156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25" b="1">
                <a:latin typeface="Tahoma"/>
                <a:cs typeface="Tahoma"/>
              </a:rPr>
              <a:t>Core</a:t>
            </a:r>
            <a:r>
              <a:rPr dirty="0" sz="1700" spc="-160" b="1">
                <a:latin typeface="Tahoma"/>
                <a:cs typeface="Tahoma"/>
              </a:rPr>
              <a:t> </a:t>
            </a:r>
            <a:r>
              <a:rPr dirty="0" sz="1700" spc="-10" b="1">
                <a:latin typeface="Tahoma"/>
                <a:cs typeface="Tahoma"/>
              </a:rPr>
              <a:t>Services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31000"/>
              </a:lnSpc>
              <a:spcBef>
                <a:spcPts val="1265"/>
              </a:spcBef>
            </a:pP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Python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50">
                <a:solidFill>
                  <a:srgbClr val="262424"/>
                </a:solidFill>
                <a:latin typeface="Tahoma"/>
                <a:cs typeface="Tahoma"/>
              </a:rPr>
              <a:t>3.11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microservices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handling</a:t>
            </a:r>
            <a:r>
              <a:rPr dirty="0" sz="14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ingestion, automation,</a:t>
            </a:r>
            <a:r>
              <a:rPr dirty="0" sz="1400" spc="-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state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management,</a:t>
            </a:r>
            <a:r>
              <a:rPr dirty="0" sz="140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reporting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10600" y="1647825"/>
            <a:ext cx="2228849" cy="221932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602218" y="4043235"/>
            <a:ext cx="1927225" cy="156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45" b="1">
                <a:latin typeface="Tahoma"/>
                <a:cs typeface="Tahoma"/>
              </a:rPr>
              <a:t>Web</a:t>
            </a:r>
            <a:r>
              <a:rPr dirty="0" sz="1700" spc="-175" b="1">
                <a:latin typeface="Tahoma"/>
                <a:cs typeface="Tahoma"/>
              </a:rPr>
              <a:t> </a:t>
            </a:r>
            <a:r>
              <a:rPr dirty="0" sz="1700" spc="-10" b="1">
                <a:latin typeface="Tahoma"/>
                <a:cs typeface="Tahoma"/>
              </a:rPr>
              <a:t>Interface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31000"/>
              </a:lnSpc>
              <a:spcBef>
                <a:spcPts val="1265"/>
              </a:spcBef>
            </a:pP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Flask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5">
                <a:solidFill>
                  <a:srgbClr val="262424"/>
                </a:solidFill>
                <a:latin typeface="Tahoma"/>
                <a:cs typeface="Tahoma"/>
              </a:rPr>
              <a:t>+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Flask-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SocketIO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backend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62424"/>
                </a:solidFill>
                <a:latin typeface="Tahoma"/>
                <a:cs typeface="Tahoma"/>
              </a:rPr>
              <a:t>HTML/JS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frontend</a:t>
            </a:r>
            <a:r>
              <a:rPr dirty="0" sz="14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4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real-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time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dashboard</a:t>
            </a:r>
            <a:r>
              <a:rPr dirty="0" sz="1400" spc="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4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controls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499935"/>
            <a:ext cx="5617210" cy="5308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40"/>
              <a:t>Event</a:t>
            </a:r>
            <a:r>
              <a:rPr dirty="0" sz="3300" spc="-350"/>
              <a:t> </a:t>
            </a:r>
            <a:r>
              <a:rPr dirty="0" sz="3300" spc="-90"/>
              <a:t>Schema</a:t>
            </a:r>
            <a:r>
              <a:rPr dirty="0" sz="3300" spc="-345"/>
              <a:t> </a:t>
            </a:r>
            <a:r>
              <a:rPr dirty="0" sz="3300" spc="-135"/>
              <a:t>Normalisation</a:t>
            </a:r>
            <a:endParaRPr sz="3300"/>
          </a:p>
        </p:txBody>
      </p:sp>
      <p:sp>
        <p:nvSpPr>
          <p:cNvPr id="4" name="object 4" descr=""/>
          <p:cNvSpPr/>
          <p:nvPr/>
        </p:nvSpPr>
        <p:spPr>
          <a:xfrm>
            <a:off x="619112" y="1990724"/>
            <a:ext cx="5906135" cy="3924935"/>
          </a:xfrm>
          <a:custGeom>
            <a:avLst/>
            <a:gdLst/>
            <a:ahLst/>
            <a:cxnLst/>
            <a:rect l="l" t="t" r="r" b="b"/>
            <a:pathLst>
              <a:path w="5906134" h="3924935">
                <a:moveTo>
                  <a:pt x="5905512" y="55054"/>
                </a:moveTo>
                <a:lnTo>
                  <a:pt x="5905500" y="54927"/>
                </a:lnTo>
                <a:lnTo>
                  <a:pt x="5905500" y="51117"/>
                </a:lnTo>
                <a:lnTo>
                  <a:pt x="5904001" y="43599"/>
                </a:lnTo>
                <a:lnTo>
                  <a:pt x="5902541" y="40106"/>
                </a:lnTo>
                <a:lnTo>
                  <a:pt x="5902503" y="39941"/>
                </a:lnTo>
                <a:lnTo>
                  <a:pt x="5899543" y="32791"/>
                </a:lnTo>
                <a:lnTo>
                  <a:pt x="5899429" y="32600"/>
                </a:lnTo>
                <a:lnTo>
                  <a:pt x="5898019" y="29171"/>
                </a:lnTo>
                <a:lnTo>
                  <a:pt x="5893765" y="22796"/>
                </a:lnTo>
                <a:lnTo>
                  <a:pt x="5891161" y="20205"/>
                </a:lnTo>
                <a:lnTo>
                  <a:pt x="5890996" y="19989"/>
                </a:lnTo>
                <a:lnTo>
                  <a:pt x="5885523" y="14516"/>
                </a:lnTo>
                <a:lnTo>
                  <a:pt x="5885307" y="14351"/>
                </a:lnTo>
                <a:lnTo>
                  <a:pt x="5882716" y="11747"/>
                </a:lnTo>
                <a:lnTo>
                  <a:pt x="5876341" y="7480"/>
                </a:lnTo>
                <a:lnTo>
                  <a:pt x="5872772" y="6007"/>
                </a:lnTo>
                <a:lnTo>
                  <a:pt x="5865558" y="2997"/>
                </a:lnTo>
                <a:lnTo>
                  <a:pt x="5865355" y="2946"/>
                </a:lnTo>
                <a:lnTo>
                  <a:pt x="5861913" y="1511"/>
                </a:lnTo>
                <a:lnTo>
                  <a:pt x="5854395" y="12"/>
                </a:lnTo>
                <a:lnTo>
                  <a:pt x="5850572" y="12"/>
                </a:lnTo>
                <a:lnTo>
                  <a:pt x="5850445" y="0"/>
                </a:lnTo>
                <a:lnTo>
                  <a:pt x="55054" y="0"/>
                </a:lnTo>
                <a:lnTo>
                  <a:pt x="54914" y="12"/>
                </a:lnTo>
                <a:lnTo>
                  <a:pt x="51117" y="12"/>
                </a:lnTo>
                <a:lnTo>
                  <a:pt x="43599" y="1511"/>
                </a:lnTo>
                <a:lnTo>
                  <a:pt x="40132" y="2946"/>
                </a:lnTo>
                <a:lnTo>
                  <a:pt x="39954" y="2997"/>
                </a:lnTo>
                <a:lnTo>
                  <a:pt x="32804" y="5969"/>
                </a:lnTo>
                <a:lnTo>
                  <a:pt x="29159" y="7480"/>
                </a:lnTo>
                <a:lnTo>
                  <a:pt x="22783" y="11747"/>
                </a:lnTo>
                <a:lnTo>
                  <a:pt x="20066" y="14465"/>
                </a:lnTo>
                <a:lnTo>
                  <a:pt x="14528" y="19989"/>
                </a:lnTo>
                <a:lnTo>
                  <a:pt x="11734" y="22796"/>
                </a:lnTo>
                <a:lnTo>
                  <a:pt x="7480" y="29171"/>
                </a:lnTo>
                <a:lnTo>
                  <a:pt x="6007" y="32715"/>
                </a:lnTo>
                <a:lnTo>
                  <a:pt x="3009" y="39941"/>
                </a:lnTo>
                <a:lnTo>
                  <a:pt x="1498" y="43599"/>
                </a:lnTo>
                <a:lnTo>
                  <a:pt x="0" y="51117"/>
                </a:lnTo>
                <a:lnTo>
                  <a:pt x="0" y="3873195"/>
                </a:lnTo>
                <a:lnTo>
                  <a:pt x="1498" y="3880713"/>
                </a:lnTo>
                <a:lnTo>
                  <a:pt x="4483" y="3887940"/>
                </a:lnTo>
                <a:lnTo>
                  <a:pt x="5969" y="3891508"/>
                </a:lnTo>
                <a:lnTo>
                  <a:pt x="7480" y="3895153"/>
                </a:lnTo>
                <a:lnTo>
                  <a:pt x="11734" y="3901516"/>
                </a:lnTo>
                <a:lnTo>
                  <a:pt x="14528" y="3904310"/>
                </a:lnTo>
                <a:lnTo>
                  <a:pt x="20002" y="3909784"/>
                </a:lnTo>
                <a:lnTo>
                  <a:pt x="22783" y="3912565"/>
                </a:lnTo>
                <a:lnTo>
                  <a:pt x="29159" y="3916832"/>
                </a:lnTo>
                <a:lnTo>
                  <a:pt x="32791" y="3918343"/>
                </a:lnTo>
                <a:lnTo>
                  <a:pt x="36372" y="3919829"/>
                </a:lnTo>
                <a:lnTo>
                  <a:pt x="43599" y="3922814"/>
                </a:lnTo>
                <a:lnTo>
                  <a:pt x="51117" y="3924312"/>
                </a:lnTo>
                <a:lnTo>
                  <a:pt x="55054" y="3924312"/>
                </a:lnTo>
                <a:lnTo>
                  <a:pt x="5850445" y="3924312"/>
                </a:lnTo>
                <a:lnTo>
                  <a:pt x="5854395" y="3924312"/>
                </a:lnTo>
                <a:lnTo>
                  <a:pt x="5861913" y="3922814"/>
                </a:lnTo>
                <a:lnTo>
                  <a:pt x="5865558" y="3921302"/>
                </a:lnTo>
                <a:lnTo>
                  <a:pt x="5872708" y="3918343"/>
                </a:lnTo>
                <a:lnTo>
                  <a:pt x="5876341" y="3916832"/>
                </a:lnTo>
                <a:lnTo>
                  <a:pt x="5882716" y="3912565"/>
                </a:lnTo>
                <a:lnTo>
                  <a:pt x="5885383" y="3909898"/>
                </a:lnTo>
                <a:lnTo>
                  <a:pt x="5885523" y="3909784"/>
                </a:lnTo>
                <a:lnTo>
                  <a:pt x="5890996" y="3904310"/>
                </a:lnTo>
                <a:lnTo>
                  <a:pt x="5891111" y="3904170"/>
                </a:lnTo>
                <a:lnTo>
                  <a:pt x="5893765" y="3901516"/>
                </a:lnTo>
                <a:lnTo>
                  <a:pt x="5898019" y="3895153"/>
                </a:lnTo>
                <a:lnTo>
                  <a:pt x="5899480" y="3891635"/>
                </a:lnTo>
                <a:lnTo>
                  <a:pt x="5899543" y="3891508"/>
                </a:lnTo>
                <a:lnTo>
                  <a:pt x="5902503" y="3884358"/>
                </a:lnTo>
                <a:lnTo>
                  <a:pt x="5904001" y="3880713"/>
                </a:lnTo>
                <a:lnTo>
                  <a:pt x="5905500" y="3873195"/>
                </a:lnTo>
                <a:lnTo>
                  <a:pt x="5905500" y="3869385"/>
                </a:lnTo>
                <a:lnTo>
                  <a:pt x="5905512" y="3869245"/>
                </a:lnTo>
                <a:lnTo>
                  <a:pt x="5905512" y="55054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07466" y="1230636"/>
            <a:ext cx="5878195" cy="4540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95"/>
              </a:spcBef>
            </a:pP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13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handle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incompatible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262424"/>
                </a:solidFill>
                <a:latin typeface="Tahoma"/>
                <a:cs typeface="Tahoma"/>
              </a:rPr>
              <a:t>device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dialects,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all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incoming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262424"/>
                </a:solidFill>
                <a:latin typeface="Tahoma"/>
                <a:cs typeface="Tahoma"/>
              </a:rPr>
              <a:t>is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normalised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into</a:t>
            </a:r>
            <a:r>
              <a:rPr dirty="0" sz="13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5">
                <a:solidFill>
                  <a:srgbClr val="262424"/>
                </a:solidFill>
                <a:latin typeface="Tahoma"/>
                <a:cs typeface="Tahoma"/>
              </a:rPr>
              <a:t>a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unified</a:t>
            </a:r>
            <a:r>
              <a:rPr dirty="0" sz="13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internal</a:t>
            </a:r>
            <a:r>
              <a:rPr dirty="0" sz="13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format</a:t>
            </a:r>
            <a:r>
              <a:rPr dirty="0" sz="13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before</a:t>
            </a:r>
            <a:r>
              <a:rPr dirty="0" sz="13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being</a:t>
            </a:r>
            <a:r>
              <a:rPr dirty="0" sz="13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published</a:t>
            </a:r>
            <a:r>
              <a:rPr dirty="0" sz="13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13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3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262424"/>
                </a:solidFill>
                <a:latin typeface="Tahoma"/>
                <a:cs typeface="Tahoma"/>
              </a:rPr>
              <a:t>message</a:t>
            </a:r>
            <a:r>
              <a:rPr dirty="0" sz="13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62424"/>
                </a:solidFill>
                <a:latin typeface="Tahoma"/>
                <a:cs typeface="Tahoma"/>
              </a:rPr>
              <a:t>broker.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300">
              <a:latin typeface="Tahoma"/>
              <a:cs typeface="Tahoma"/>
            </a:endParaRPr>
          </a:p>
          <a:p>
            <a:pPr marL="172085">
              <a:lnSpc>
                <a:spcPct val="100000"/>
              </a:lnSpc>
            </a:pPr>
            <a:r>
              <a:rPr dirty="0" sz="1300" spc="15">
                <a:solidFill>
                  <a:srgbClr val="262424"/>
                </a:solidFill>
                <a:latin typeface="Lucida Sans Unicode"/>
                <a:cs typeface="Lucida Sans Unicode"/>
              </a:rPr>
              <a:t>{</a:t>
            </a:r>
            <a:endParaRPr sz="1300">
              <a:latin typeface="Lucida Sans Unicode"/>
              <a:cs typeface="Lucida Sans Unicode"/>
            </a:endParaRPr>
          </a:p>
          <a:p>
            <a:pPr marL="212725">
              <a:lnSpc>
                <a:spcPct val="100000"/>
              </a:lnSpc>
              <a:spcBef>
                <a:spcPts val="540"/>
              </a:spcBef>
            </a:pPr>
            <a:r>
              <a:rPr dirty="0" sz="1300" spc="-40">
                <a:solidFill>
                  <a:srgbClr val="262424"/>
                </a:solidFill>
                <a:latin typeface="Lucida Sans Unicode"/>
                <a:cs typeface="Lucida Sans Unicode"/>
              </a:rPr>
              <a:t>"id":</a:t>
            </a:r>
            <a:r>
              <a:rPr dirty="0" sz="1300" spc="-8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0">
                <a:solidFill>
                  <a:srgbClr val="262424"/>
                </a:solidFill>
                <a:latin typeface="Lucida Sans Unicode"/>
                <a:cs typeface="Lucida Sans Unicode"/>
              </a:rPr>
              <a:t>"string",</a:t>
            </a:r>
            <a:endParaRPr sz="1300">
              <a:latin typeface="Lucida Sans Unicode"/>
              <a:cs typeface="Lucida Sans Unicode"/>
            </a:endParaRPr>
          </a:p>
          <a:p>
            <a:pPr marL="212725" marR="2825750">
              <a:lnSpc>
                <a:spcPts val="2100"/>
              </a:lnSpc>
              <a:spcBef>
                <a:spcPts val="85"/>
              </a:spcBef>
            </a:pPr>
            <a:r>
              <a:rPr dirty="0" sz="1300" spc="-40">
                <a:solidFill>
                  <a:srgbClr val="262424"/>
                </a:solidFill>
                <a:latin typeface="Lucida Sans Unicode"/>
                <a:cs typeface="Lucida Sans Unicode"/>
              </a:rPr>
              <a:t>"source":</a:t>
            </a:r>
            <a:r>
              <a:rPr dirty="0" sz="1300" spc="-90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30">
                <a:solidFill>
                  <a:srgbClr val="262424"/>
                </a:solidFill>
                <a:latin typeface="Lucida Sans Unicode"/>
                <a:cs typeface="Lucida Sans Unicode"/>
              </a:rPr>
              <a:t>"rest</a:t>
            </a:r>
            <a:r>
              <a:rPr dirty="0" sz="1300" spc="-90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235">
                <a:solidFill>
                  <a:srgbClr val="262424"/>
                </a:solidFill>
                <a:latin typeface="Lucida Sans Unicode"/>
                <a:cs typeface="Lucida Sans Unicode"/>
              </a:rPr>
              <a:t>|</a:t>
            </a:r>
            <a:r>
              <a:rPr dirty="0" sz="1300" spc="-90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0">
                <a:solidFill>
                  <a:srgbClr val="262424"/>
                </a:solidFill>
                <a:latin typeface="Lucida Sans Unicode"/>
                <a:cs typeface="Lucida Sans Unicode"/>
              </a:rPr>
              <a:t>telemetry", </a:t>
            </a:r>
            <a:r>
              <a:rPr dirty="0" sz="1300" spc="-40">
                <a:solidFill>
                  <a:srgbClr val="262424"/>
                </a:solidFill>
                <a:latin typeface="Lucida Sans Unicode"/>
                <a:cs typeface="Lucida Sans Unicode"/>
              </a:rPr>
              <a:t>"captured_at":</a:t>
            </a:r>
            <a:r>
              <a:rPr dirty="0" sz="1300" spc="-4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70">
                <a:solidFill>
                  <a:srgbClr val="262424"/>
                </a:solidFill>
                <a:latin typeface="Lucida Sans Unicode"/>
                <a:cs typeface="Lucida Sans Unicode"/>
              </a:rPr>
              <a:t>"ISO_8601</a:t>
            </a:r>
            <a:r>
              <a:rPr dirty="0" sz="1300" spc="-4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25">
                <a:solidFill>
                  <a:srgbClr val="262424"/>
                </a:solidFill>
                <a:latin typeface="Lucida Sans Unicode"/>
                <a:cs typeface="Lucida Sans Unicode"/>
              </a:rPr>
              <a:t>timestamp",</a:t>
            </a:r>
            <a:endParaRPr sz="1300">
              <a:latin typeface="Lucida Sans Unicode"/>
              <a:cs typeface="Lucida Sans Unicode"/>
            </a:endParaRPr>
          </a:p>
          <a:p>
            <a:pPr marL="212725" marR="3859529">
              <a:lnSpc>
                <a:spcPts val="2030"/>
              </a:lnSpc>
              <a:spcBef>
                <a:spcPts val="55"/>
              </a:spcBef>
            </a:pPr>
            <a:r>
              <a:rPr dirty="0" sz="1300" spc="-40">
                <a:solidFill>
                  <a:srgbClr val="262424"/>
                </a:solidFill>
                <a:latin typeface="Lucida Sans Unicode"/>
                <a:cs typeface="Lucida Sans Unicode"/>
              </a:rPr>
              <a:t>"status":</a:t>
            </a:r>
            <a:r>
              <a:rPr dirty="0" sz="1300" spc="-10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40">
                <a:solidFill>
                  <a:srgbClr val="262424"/>
                </a:solidFill>
                <a:latin typeface="Lucida Sans Unicode"/>
                <a:cs typeface="Lucida Sans Unicode"/>
              </a:rPr>
              <a:t>"ok</a:t>
            </a:r>
            <a:r>
              <a:rPr dirty="0" sz="1300" spc="-100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235">
                <a:solidFill>
                  <a:srgbClr val="262424"/>
                </a:solidFill>
                <a:latin typeface="Lucida Sans Unicode"/>
                <a:cs typeface="Lucida Sans Unicode"/>
              </a:rPr>
              <a:t>|</a:t>
            </a:r>
            <a:r>
              <a:rPr dirty="0" sz="1300" spc="-100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40">
                <a:solidFill>
                  <a:srgbClr val="262424"/>
                </a:solidFill>
                <a:latin typeface="Lucida Sans Unicode"/>
                <a:cs typeface="Lucida Sans Unicode"/>
              </a:rPr>
              <a:t>warning", </a:t>
            </a:r>
            <a:r>
              <a:rPr dirty="0" sz="1300" spc="-35">
                <a:solidFill>
                  <a:srgbClr val="262424"/>
                </a:solidFill>
                <a:latin typeface="Lucida Sans Unicode"/>
                <a:cs typeface="Lucida Sans Unicode"/>
              </a:rPr>
              <a:t>"measurements":</a:t>
            </a:r>
            <a:r>
              <a:rPr dirty="0" sz="1300" spc="-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50">
                <a:solidFill>
                  <a:srgbClr val="262424"/>
                </a:solidFill>
                <a:latin typeface="Lucida Sans Unicode"/>
                <a:cs typeface="Lucida Sans Unicode"/>
              </a:rPr>
              <a:t>[</a:t>
            </a:r>
            <a:endParaRPr sz="1300">
              <a:latin typeface="Lucida Sans Unicode"/>
              <a:cs typeface="Lucida Sans Unicode"/>
            </a:endParaRPr>
          </a:p>
          <a:p>
            <a:pPr marL="212725">
              <a:lnSpc>
                <a:spcPct val="100000"/>
              </a:lnSpc>
              <a:spcBef>
                <a:spcPts val="390"/>
              </a:spcBef>
            </a:pPr>
            <a:r>
              <a:rPr dirty="0" sz="1300" spc="15">
                <a:solidFill>
                  <a:srgbClr val="262424"/>
                </a:solidFill>
                <a:latin typeface="Lucida Sans Unicode"/>
                <a:cs typeface="Lucida Sans Unicode"/>
              </a:rPr>
              <a:t>{</a:t>
            </a:r>
            <a:endParaRPr sz="1300">
              <a:latin typeface="Lucida Sans Unicode"/>
              <a:cs typeface="Lucida Sans Unicode"/>
            </a:endParaRPr>
          </a:p>
          <a:p>
            <a:pPr marL="212725">
              <a:lnSpc>
                <a:spcPct val="100000"/>
              </a:lnSpc>
              <a:spcBef>
                <a:spcPts val="465"/>
              </a:spcBef>
            </a:pPr>
            <a:r>
              <a:rPr dirty="0" sz="1300" spc="-40">
                <a:solidFill>
                  <a:srgbClr val="262424"/>
                </a:solidFill>
                <a:latin typeface="Lucida Sans Unicode"/>
                <a:cs typeface="Lucida Sans Unicode"/>
              </a:rPr>
              <a:t>"metric":</a:t>
            </a:r>
            <a:r>
              <a:rPr dirty="0" sz="1300" spc="-6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0">
                <a:solidFill>
                  <a:srgbClr val="262424"/>
                </a:solidFill>
                <a:latin typeface="Lucida Sans Unicode"/>
                <a:cs typeface="Lucida Sans Unicode"/>
              </a:rPr>
              <a:t>"string",</a:t>
            </a:r>
            <a:endParaRPr sz="1300">
              <a:latin typeface="Lucida Sans Unicode"/>
              <a:cs typeface="Lucida Sans Unicode"/>
            </a:endParaRPr>
          </a:p>
          <a:p>
            <a:pPr marL="212725">
              <a:lnSpc>
                <a:spcPct val="100000"/>
              </a:lnSpc>
              <a:spcBef>
                <a:spcPts val="540"/>
              </a:spcBef>
            </a:pPr>
            <a:r>
              <a:rPr dirty="0" sz="1300" spc="-35">
                <a:solidFill>
                  <a:srgbClr val="262424"/>
                </a:solidFill>
                <a:latin typeface="Lucida Sans Unicode"/>
                <a:cs typeface="Lucida Sans Unicode"/>
              </a:rPr>
              <a:t>"value":</a:t>
            </a:r>
            <a:r>
              <a:rPr dirty="0" sz="1300" spc="-6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0">
                <a:solidFill>
                  <a:srgbClr val="262424"/>
                </a:solidFill>
                <a:latin typeface="Lucida Sans Unicode"/>
                <a:cs typeface="Lucida Sans Unicode"/>
              </a:rPr>
              <a:t>"number",</a:t>
            </a:r>
            <a:endParaRPr sz="1300">
              <a:latin typeface="Lucida Sans Unicode"/>
              <a:cs typeface="Lucida Sans Unicode"/>
            </a:endParaRPr>
          </a:p>
          <a:p>
            <a:pPr marL="212725">
              <a:lnSpc>
                <a:spcPct val="100000"/>
              </a:lnSpc>
              <a:spcBef>
                <a:spcPts val="465"/>
              </a:spcBef>
            </a:pPr>
            <a:r>
              <a:rPr dirty="0" sz="1300" spc="-40">
                <a:solidFill>
                  <a:srgbClr val="262424"/>
                </a:solidFill>
                <a:latin typeface="Lucida Sans Unicode"/>
                <a:cs typeface="Lucida Sans Unicode"/>
              </a:rPr>
              <a:t>"unit":</a:t>
            </a:r>
            <a:r>
              <a:rPr dirty="0" sz="1300" spc="-7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0">
                <a:solidFill>
                  <a:srgbClr val="262424"/>
                </a:solidFill>
                <a:latin typeface="Lucida Sans Unicode"/>
                <a:cs typeface="Lucida Sans Unicode"/>
              </a:rPr>
              <a:t>"string"</a:t>
            </a:r>
            <a:endParaRPr sz="1300">
              <a:latin typeface="Lucida Sans Unicode"/>
              <a:cs typeface="Lucida Sans Unicode"/>
            </a:endParaRPr>
          </a:p>
          <a:p>
            <a:pPr marL="212725">
              <a:lnSpc>
                <a:spcPct val="100000"/>
              </a:lnSpc>
              <a:spcBef>
                <a:spcPts val="540"/>
              </a:spcBef>
            </a:pPr>
            <a:r>
              <a:rPr dirty="0" sz="1300" spc="15">
                <a:solidFill>
                  <a:srgbClr val="262424"/>
                </a:solidFill>
                <a:latin typeface="Lucida Sans Unicode"/>
                <a:cs typeface="Lucida Sans Unicode"/>
              </a:rPr>
              <a:t>}</a:t>
            </a:r>
            <a:endParaRPr sz="1300">
              <a:latin typeface="Lucida Sans Unicode"/>
              <a:cs typeface="Lucida Sans Unicode"/>
            </a:endParaRPr>
          </a:p>
          <a:p>
            <a:pPr marL="212725">
              <a:lnSpc>
                <a:spcPct val="100000"/>
              </a:lnSpc>
              <a:spcBef>
                <a:spcPts val="465"/>
              </a:spcBef>
            </a:pPr>
            <a:r>
              <a:rPr dirty="0" sz="1300" spc="-25">
                <a:solidFill>
                  <a:srgbClr val="262424"/>
                </a:solidFill>
                <a:latin typeface="Lucida Sans Unicode"/>
                <a:cs typeface="Lucida Sans Unicode"/>
              </a:rPr>
              <a:t>],</a:t>
            </a:r>
            <a:endParaRPr sz="1300">
              <a:latin typeface="Lucida Sans Unicode"/>
              <a:cs typeface="Lucida Sans Unicode"/>
            </a:endParaRPr>
          </a:p>
          <a:p>
            <a:pPr marL="212725">
              <a:lnSpc>
                <a:spcPct val="100000"/>
              </a:lnSpc>
              <a:spcBef>
                <a:spcPts val="540"/>
              </a:spcBef>
            </a:pPr>
            <a:r>
              <a:rPr dirty="0" sz="1300" spc="-45">
                <a:solidFill>
                  <a:srgbClr val="262424"/>
                </a:solidFill>
                <a:latin typeface="Lucida Sans Unicode"/>
                <a:cs typeface="Lucida Sans Unicode"/>
              </a:rPr>
              <a:t>"topic":</a:t>
            </a:r>
            <a:r>
              <a:rPr dirty="0" sz="1300" spc="-75">
                <a:solidFill>
                  <a:srgbClr val="262424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0">
                <a:solidFill>
                  <a:srgbClr val="262424"/>
                </a:solidFill>
                <a:latin typeface="Lucida Sans Unicode"/>
                <a:cs typeface="Lucida Sans Unicode"/>
              </a:rPr>
              <a:t>"string"</a:t>
            </a:r>
            <a:endParaRPr sz="1300">
              <a:latin typeface="Lucida Sans Unicode"/>
              <a:cs typeface="Lucida Sans Unicode"/>
            </a:endParaRPr>
          </a:p>
          <a:p>
            <a:pPr marL="172085">
              <a:lnSpc>
                <a:spcPct val="100000"/>
              </a:lnSpc>
              <a:spcBef>
                <a:spcPts val="540"/>
              </a:spcBef>
            </a:pPr>
            <a:r>
              <a:rPr dirty="0" sz="1300" spc="15">
                <a:solidFill>
                  <a:srgbClr val="262424"/>
                </a:solidFill>
                <a:latin typeface="Lucida Sans Unicode"/>
                <a:cs typeface="Lucida Sans Unicode"/>
              </a:rPr>
              <a:t>}</a:t>
            </a:r>
            <a:endParaRPr sz="1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4286250" cy="6429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3716" y="1525492"/>
            <a:ext cx="5170170" cy="55753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50" spc="-105"/>
              <a:t>Ruls</a:t>
            </a:r>
            <a:r>
              <a:rPr dirty="0" sz="3450" spc="-370"/>
              <a:t> </a:t>
            </a:r>
            <a:r>
              <a:rPr dirty="0" sz="3450" spc="-20"/>
              <a:t>Modsl</a:t>
            </a:r>
            <a:r>
              <a:rPr dirty="0" sz="3450" spc="-370"/>
              <a:t> </a:t>
            </a:r>
            <a:r>
              <a:rPr dirty="0" sz="3450" spc="565"/>
              <a:t>s</a:t>
            </a:r>
            <a:r>
              <a:rPr dirty="0" sz="3450" spc="-365"/>
              <a:t> </a:t>
            </a:r>
            <a:r>
              <a:rPr dirty="0" sz="3450" spc="-110"/>
              <a:t>6utomation</a:t>
            </a:r>
            <a:endParaRPr sz="3450"/>
          </a:p>
        </p:txBody>
      </p:sp>
      <p:grpSp>
        <p:nvGrpSpPr>
          <p:cNvPr id="4" name="object 4" descr=""/>
          <p:cNvGrpSpPr/>
          <p:nvPr/>
        </p:nvGrpSpPr>
        <p:grpSpPr>
          <a:xfrm>
            <a:off x="4905375" y="2362199"/>
            <a:ext cx="2867025" cy="1323975"/>
            <a:chOff x="4905375" y="2362199"/>
            <a:chExt cx="2867025" cy="1323975"/>
          </a:xfrm>
        </p:grpSpPr>
        <p:sp>
          <p:nvSpPr>
            <p:cNvPr id="5" name="object 5" descr=""/>
            <p:cNvSpPr/>
            <p:nvPr/>
          </p:nvSpPr>
          <p:spPr>
            <a:xfrm>
              <a:off x="4910137" y="2366962"/>
              <a:ext cx="2857500" cy="1314450"/>
            </a:xfrm>
            <a:custGeom>
              <a:avLst/>
              <a:gdLst/>
              <a:ahLst/>
              <a:cxnLst/>
              <a:rect l="l" t="t" r="r" b="b"/>
              <a:pathLst>
                <a:path w="2857500" h="1314450">
                  <a:moveTo>
                    <a:pt x="2803994" y="0"/>
                  </a:moveTo>
                  <a:lnTo>
                    <a:pt x="53505" y="0"/>
                  </a:lnTo>
                  <a:lnTo>
                    <a:pt x="49784" y="368"/>
                  </a:lnTo>
                  <a:lnTo>
                    <a:pt x="14109" y="19431"/>
                  </a:lnTo>
                  <a:lnTo>
                    <a:pt x="0" y="53505"/>
                  </a:lnTo>
                  <a:lnTo>
                    <a:pt x="0" y="1257185"/>
                  </a:lnTo>
                  <a:lnTo>
                    <a:pt x="0" y="1260944"/>
                  </a:lnTo>
                  <a:lnTo>
                    <a:pt x="19431" y="1300340"/>
                  </a:lnTo>
                  <a:lnTo>
                    <a:pt x="53505" y="1314450"/>
                  </a:lnTo>
                  <a:lnTo>
                    <a:pt x="2803994" y="1314450"/>
                  </a:lnTo>
                  <a:lnTo>
                    <a:pt x="2843390" y="1295019"/>
                  </a:lnTo>
                  <a:lnTo>
                    <a:pt x="2857500" y="1260944"/>
                  </a:lnTo>
                  <a:lnTo>
                    <a:pt x="2857500" y="53505"/>
                  </a:lnTo>
                  <a:lnTo>
                    <a:pt x="2838069" y="14109"/>
                  </a:lnTo>
                  <a:lnTo>
                    <a:pt x="2807716" y="368"/>
                  </a:lnTo>
                  <a:lnTo>
                    <a:pt x="2803994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10137" y="2366962"/>
              <a:ext cx="2857500" cy="1314450"/>
            </a:xfrm>
            <a:custGeom>
              <a:avLst/>
              <a:gdLst/>
              <a:ahLst/>
              <a:cxnLst/>
              <a:rect l="l" t="t" r="r" b="b"/>
              <a:pathLst>
                <a:path w="2857500" h="1314450">
                  <a:moveTo>
                    <a:pt x="0" y="1257185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8" y="49771"/>
                  </a:lnTo>
                  <a:lnTo>
                    <a:pt x="1104" y="46088"/>
                  </a:lnTo>
                  <a:lnTo>
                    <a:pt x="1828" y="42405"/>
                  </a:lnTo>
                  <a:lnTo>
                    <a:pt x="2921" y="38823"/>
                  </a:lnTo>
                  <a:lnTo>
                    <a:pt x="4356" y="35344"/>
                  </a:lnTo>
                  <a:lnTo>
                    <a:pt x="5803" y="31877"/>
                  </a:lnTo>
                  <a:lnTo>
                    <a:pt x="7556" y="28575"/>
                  </a:lnTo>
                  <a:lnTo>
                    <a:pt x="9652" y="25450"/>
                  </a:lnTo>
                  <a:lnTo>
                    <a:pt x="11734" y="22313"/>
                  </a:lnTo>
                  <a:lnTo>
                    <a:pt x="14109" y="19431"/>
                  </a:lnTo>
                  <a:lnTo>
                    <a:pt x="16776" y="16764"/>
                  </a:lnTo>
                  <a:lnTo>
                    <a:pt x="19431" y="14109"/>
                  </a:lnTo>
                  <a:lnTo>
                    <a:pt x="22313" y="11734"/>
                  </a:lnTo>
                  <a:lnTo>
                    <a:pt x="25450" y="9652"/>
                  </a:lnTo>
                  <a:lnTo>
                    <a:pt x="28575" y="7556"/>
                  </a:lnTo>
                  <a:lnTo>
                    <a:pt x="53505" y="0"/>
                  </a:lnTo>
                  <a:lnTo>
                    <a:pt x="57264" y="0"/>
                  </a:lnTo>
                  <a:lnTo>
                    <a:pt x="2800235" y="0"/>
                  </a:lnTo>
                  <a:lnTo>
                    <a:pt x="2803994" y="0"/>
                  </a:lnTo>
                  <a:lnTo>
                    <a:pt x="2807716" y="368"/>
                  </a:lnTo>
                  <a:lnTo>
                    <a:pt x="2811411" y="1092"/>
                  </a:lnTo>
                  <a:lnTo>
                    <a:pt x="2815094" y="1828"/>
                  </a:lnTo>
                  <a:lnTo>
                    <a:pt x="2818676" y="2921"/>
                  </a:lnTo>
                  <a:lnTo>
                    <a:pt x="2822143" y="4356"/>
                  </a:lnTo>
                  <a:lnTo>
                    <a:pt x="2825623" y="5791"/>
                  </a:lnTo>
                  <a:lnTo>
                    <a:pt x="2828925" y="7556"/>
                  </a:lnTo>
                  <a:lnTo>
                    <a:pt x="2832049" y="9652"/>
                  </a:lnTo>
                  <a:lnTo>
                    <a:pt x="2835173" y="11734"/>
                  </a:lnTo>
                  <a:lnTo>
                    <a:pt x="2856395" y="46088"/>
                  </a:lnTo>
                  <a:lnTo>
                    <a:pt x="2857131" y="49771"/>
                  </a:lnTo>
                  <a:lnTo>
                    <a:pt x="2857500" y="53505"/>
                  </a:lnTo>
                  <a:lnTo>
                    <a:pt x="2857500" y="57264"/>
                  </a:lnTo>
                  <a:lnTo>
                    <a:pt x="2857500" y="1257185"/>
                  </a:lnTo>
                  <a:lnTo>
                    <a:pt x="2857500" y="1260944"/>
                  </a:lnTo>
                  <a:lnTo>
                    <a:pt x="2857131" y="1264678"/>
                  </a:lnTo>
                  <a:lnTo>
                    <a:pt x="2840723" y="1297673"/>
                  </a:lnTo>
                  <a:lnTo>
                    <a:pt x="2838069" y="1300340"/>
                  </a:lnTo>
                  <a:lnTo>
                    <a:pt x="2811411" y="1313345"/>
                  </a:lnTo>
                  <a:lnTo>
                    <a:pt x="2807716" y="1314081"/>
                  </a:lnTo>
                  <a:lnTo>
                    <a:pt x="2803994" y="1314450"/>
                  </a:lnTo>
                  <a:lnTo>
                    <a:pt x="2800235" y="1314450"/>
                  </a:lnTo>
                  <a:lnTo>
                    <a:pt x="57264" y="1314450"/>
                  </a:lnTo>
                  <a:lnTo>
                    <a:pt x="53505" y="1314450"/>
                  </a:lnTo>
                  <a:lnTo>
                    <a:pt x="49784" y="1314081"/>
                  </a:lnTo>
                  <a:lnTo>
                    <a:pt x="46088" y="1313345"/>
                  </a:lnTo>
                  <a:lnTo>
                    <a:pt x="42405" y="1312621"/>
                  </a:lnTo>
                  <a:lnTo>
                    <a:pt x="16776" y="1297673"/>
                  </a:lnTo>
                  <a:lnTo>
                    <a:pt x="14109" y="1295019"/>
                  </a:lnTo>
                  <a:lnTo>
                    <a:pt x="11734" y="1292123"/>
                  </a:lnTo>
                  <a:lnTo>
                    <a:pt x="9652" y="1288999"/>
                  </a:lnTo>
                  <a:lnTo>
                    <a:pt x="7556" y="1285875"/>
                  </a:lnTo>
                  <a:lnTo>
                    <a:pt x="1104" y="1268361"/>
                  </a:lnTo>
                  <a:lnTo>
                    <a:pt x="368" y="1264678"/>
                  </a:lnTo>
                  <a:lnTo>
                    <a:pt x="0" y="1260944"/>
                  </a:lnTo>
                  <a:lnTo>
                    <a:pt x="0" y="1257185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080343" y="2528093"/>
            <a:ext cx="2433955" cy="930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80" b="1">
                <a:solidFill>
                  <a:srgbClr val="262424"/>
                </a:solidFill>
                <a:latin typeface="Tahoma"/>
                <a:cs typeface="Tahoma"/>
              </a:rPr>
              <a:t>Dynamic</a:t>
            </a:r>
            <a:r>
              <a:rPr dirty="0" sz="17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20" b="1">
                <a:solidFill>
                  <a:srgbClr val="262424"/>
                </a:solidFill>
                <a:latin typeface="Tahoma"/>
                <a:cs typeface="Tahoma"/>
              </a:rPr>
              <a:t>Rules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3900"/>
              </a:lnSpc>
              <a:spcBef>
                <a:spcPts val="535"/>
              </a:spcBef>
            </a:pP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IF-</a:t>
            </a:r>
            <a:r>
              <a:rPr dirty="0" sz="1400" spc="55">
                <a:solidFill>
                  <a:srgbClr val="262424"/>
                </a:solidFill>
                <a:latin typeface="Tahoma"/>
                <a:cs typeface="Tahoma"/>
              </a:rPr>
              <a:t>THEN</a:t>
            </a:r>
            <a:r>
              <a:rPr dirty="0" sz="140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rules</a:t>
            </a:r>
            <a:r>
              <a:rPr dirty="0" sz="140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evaluated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62424"/>
                </a:solidFill>
                <a:latin typeface="Tahoma"/>
                <a:cs typeface="Tahoma"/>
              </a:rPr>
              <a:t>upon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arrival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new</a:t>
            </a:r>
            <a:r>
              <a:rPr dirty="0" sz="14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sensor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events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943850" y="2362199"/>
            <a:ext cx="2867025" cy="1323975"/>
            <a:chOff x="7943850" y="2362199"/>
            <a:chExt cx="2867025" cy="1323975"/>
          </a:xfrm>
        </p:grpSpPr>
        <p:sp>
          <p:nvSpPr>
            <p:cNvPr id="9" name="object 9" descr=""/>
            <p:cNvSpPr/>
            <p:nvPr/>
          </p:nvSpPr>
          <p:spPr>
            <a:xfrm>
              <a:off x="7948612" y="2366962"/>
              <a:ext cx="2857500" cy="1314450"/>
            </a:xfrm>
            <a:custGeom>
              <a:avLst/>
              <a:gdLst/>
              <a:ahLst/>
              <a:cxnLst/>
              <a:rect l="l" t="t" r="r" b="b"/>
              <a:pathLst>
                <a:path w="2857500" h="1314450">
                  <a:moveTo>
                    <a:pt x="2803994" y="0"/>
                  </a:moveTo>
                  <a:lnTo>
                    <a:pt x="53505" y="0"/>
                  </a:lnTo>
                  <a:lnTo>
                    <a:pt x="49784" y="368"/>
                  </a:lnTo>
                  <a:lnTo>
                    <a:pt x="14109" y="19431"/>
                  </a:lnTo>
                  <a:lnTo>
                    <a:pt x="0" y="53505"/>
                  </a:lnTo>
                  <a:lnTo>
                    <a:pt x="0" y="1257185"/>
                  </a:lnTo>
                  <a:lnTo>
                    <a:pt x="0" y="1260944"/>
                  </a:lnTo>
                  <a:lnTo>
                    <a:pt x="19431" y="1300340"/>
                  </a:lnTo>
                  <a:lnTo>
                    <a:pt x="53505" y="1314450"/>
                  </a:lnTo>
                  <a:lnTo>
                    <a:pt x="2803994" y="1314450"/>
                  </a:lnTo>
                  <a:lnTo>
                    <a:pt x="2843390" y="1295019"/>
                  </a:lnTo>
                  <a:lnTo>
                    <a:pt x="2857500" y="1260944"/>
                  </a:lnTo>
                  <a:lnTo>
                    <a:pt x="2857500" y="53505"/>
                  </a:lnTo>
                  <a:lnTo>
                    <a:pt x="2838069" y="14109"/>
                  </a:lnTo>
                  <a:lnTo>
                    <a:pt x="2807716" y="368"/>
                  </a:lnTo>
                  <a:lnTo>
                    <a:pt x="2803994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48612" y="2366962"/>
              <a:ext cx="2857500" cy="1314450"/>
            </a:xfrm>
            <a:custGeom>
              <a:avLst/>
              <a:gdLst/>
              <a:ahLst/>
              <a:cxnLst/>
              <a:rect l="l" t="t" r="r" b="b"/>
              <a:pathLst>
                <a:path w="2857500" h="1314450">
                  <a:moveTo>
                    <a:pt x="0" y="1257185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8" y="49771"/>
                  </a:lnTo>
                  <a:lnTo>
                    <a:pt x="1104" y="46088"/>
                  </a:lnTo>
                  <a:lnTo>
                    <a:pt x="1828" y="42405"/>
                  </a:lnTo>
                  <a:lnTo>
                    <a:pt x="2921" y="38823"/>
                  </a:lnTo>
                  <a:lnTo>
                    <a:pt x="4356" y="35344"/>
                  </a:lnTo>
                  <a:lnTo>
                    <a:pt x="5791" y="31877"/>
                  </a:lnTo>
                  <a:lnTo>
                    <a:pt x="7556" y="28575"/>
                  </a:lnTo>
                  <a:lnTo>
                    <a:pt x="9652" y="25450"/>
                  </a:lnTo>
                  <a:lnTo>
                    <a:pt x="11734" y="22313"/>
                  </a:lnTo>
                  <a:lnTo>
                    <a:pt x="25450" y="9652"/>
                  </a:lnTo>
                  <a:lnTo>
                    <a:pt x="28575" y="7556"/>
                  </a:lnTo>
                  <a:lnTo>
                    <a:pt x="53505" y="0"/>
                  </a:lnTo>
                  <a:lnTo>
                    <a:pt x="57264" y="0"/>
                  </a:lnTo>
                  <a:lnTo>
                    <a:pt x="2800235" y="0"/>
                  </a:lnTo>
                  <a:lnTo>
                    <a:pt x="2803994" y="0"/>
                  </a:lnTo>
                  <a:lnTo>
                    <a:pt x="2807716" y="368"/>
                  </a:lnTo>
                  <a:lnTo>
                    <a:pt x="2832049" y="9652"/>
                  </a:lnTo>
                  <a:lnTo>
                    <a:pt x="2835173" y="11734"/>
                  </a:lnTo>
                  <a:lnTo>
                    <a:pt x="2856395" y="46088"/>
                  </a:lnTo>
                  <a:lnTo>
                    <a:pt x="2857131" y="49771"/>
                  </a:lnTo>
                  <a:lnTo>
                    <a:pt x="2857500" y="53505"/>
                  </a:lnTo>
                  <a:lnTo>
                    <a:pt x="2857500" y="57264"/>
                  </a:lnTo>
                  <a:lnTo>
                    <a:pt x="2857500" y="1257185"/>
                  </a:lnTo>
                  <a:lnTo>
                    <a:pt x="2857500" y="1260944"/>
                  </a:lnTo>
                  <a:lnTo>
                    <a:pt x="2857131" y="1264678"/>
                  </a:lnTo>
                  <a:lnTo>
                    <a:pt x="2840723" y="1297673"/>
                  </a:lnTo>
                  <a:lnTo>
                    <a:pt x="2838069" y="1300340"/>
                  </a:lnTo>
                  <a:lnTo>
                    <a:pt x="2811411" y="1313345"/>
                  </a:lnTo>
                  <a:lnTo>
                    <a:pt x="2807716" y="1314081"/>
                  </a:lnTo>
                  <a:lnTo>
                    <a:pt x="2803994" y="1314450"/>
                  </a:lnTo>
                  <a:lnTo>
                    <a:pt x="2800235" y="1314450"/>
                  </a:lnTo>
                  <a:lnTo>
                    <a:pt x="57264" y="1314450"/>
                  </a:lnTo>
                  <a:lnTo>
                    <a:pt x="53505" y="1314450"/>
                  </a:lnTo>
                  <a:lnTo>
                    <a:pt x="49784" y="1314081"/>
                  </a:lnTo>
                  <a:lnTo>
                    <a:pt x="46088" y="1313345"/>
                  </a:lnTo>
                  <a:lnTo>
                    <a:pt x="42405" y="1312621"/>
                  </a:lnTo>
                  <a:lnTo>
                    <a:pt x="16776" y="1297673"/>
                  </a:lnTo>
                  <a:lnTo>
                    <a:pt x="14109" y="1295019"/>
                  </a:lnTo>
                  <a:lnTo>
                    <a:pt x="11734" y="1292123"/>
                  </a:lnTo>
                  <a:lnTo>
                    <a:pt x="9652" y="1288999"/>
                  </a:lnTo>
                  <a:lnTo>
                    <a:pt x="7556" y="1285875"/>
                  </a:lnTo>
                  <a:lnTo>
                    <a:pt x="5791" y="1282573"/>
                  </a:lnTo>
                  <a:lnTo>
                    <a:pt x="4356" y="1279093"/>
                  </a:lnTo>
                  <a:lnTo>
                    <a:pt x="2921" y="1275626"/>
                  </a:lnTo>
                  <a:lnTo>
                    <a:pt x="1828" y="1272044"/>
                  </a:lnTo>
                  <a:lnTo>
                    <a:pt x="1104" y="1268361"/>
                  </a:lnTo>
                  <a:lnTo>
                    <a:pt x="368" y="1264678"/>
                  </a:lnTo>
                  <a:lnTo>
                    <a:pt x="0" y="1260944"/>
                  </a:lnTo>
                  <a:lnTo>
                    <a:pt x="0" y="1257185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120608" y="2528093"/>
            <a:ext cx="2418080" cy="930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80" b="1">
                <a:solidFill>
                  <a:srgbClr val="262424"/>
                </a:solidFill>
                <a:latin typeface="Tahoma"/>
                <a:cs typeface="Tahoma"/>
              </a:rPr>
              <a:t>Database</a:t>
            </a:r>
            <a:r>
              <a:rPr dirty="0" sz="17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62424"/>
                </a:solidFill>
                <a:latin typeface="Tahoma"/>
                <a:cs typeface="Tahoma"/>
              </a:rPr>
              <a:t>Persistence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3900"/>
              </a:lnSpc>
              <a:spcBef>
                <a:spcPts val="535"/>
              </a:spcBef>
            </a:pP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Rules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stored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in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PostgreSQL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to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survive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62424"/>
                </a:solidFill>
                <a:latin typeface="Tahoma"/>
                <a:cs typeface="Tahoma"/>
              </a:rPr>
              <a:t>service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restarts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905375" y="3857625"/>
            <a:ext cx="5905500" cy="1038225"/>
            <a:chOff x="4905375" y="3857625"/>
            <a:chExt cx="5905500" cy="1038225"/>
          </a:xfrm>
        </p:grpSpPr>
        <p:sp>
          <p:nvSpPr>
            <p:cNvPr id="13" name="object 13" descr=""/>
            <p:cNvSpPr/>
            <p:nvPr/>
          </p:nvSpPr>
          <p:spPr>
            <a:xfrm>
              <a:off x="4910137" y="3862387"/>
              <a:ext cx="5895975" cy="1028700"/>
            </a:xfrm>
            <a:custGeom>
              <a:avLst/>
              <a:gdLst/>
              <a:ahLst/>
              <a:cxnLst/>
              <a:rect l="l" t="t" r="r" b="b"/>
              <a:pathLst>
                <a:path w="5895975" h="1028700">
                  <a:moveTo>
                    <a:pt x="5842469" y="0"/>
                  </a:moveTo>
                  <a:lnTo>
                    <a:pt x="53505" y="0"/>
                  </a:lnTo>
                  <a:lnTo>
                    <a:pt x="49784" y="368"/>
                  </a:lnTo>
                  <a:lnTo>
                    <a:pt x="14109" y="19431"/>
                  </a:lnTo>
                  <a:lnTo>
                    <a:pt x="0" y="53505"/>
                  </a:lnTo>
                  <a:lnTo>
                    <a:pt x="0" y="971435"/>
                  </a:lnTo>
                  <a:lnTo>
                    <a:pt x="0" y="975194"/>
                  </a:lnTo>
                  <a:lnTo>
                    <a:pt x="19431" y="1014590"/>
                  </a:lnTo>
                  <a:lnTo>
                    <a:pt x="53505" y="1028700"/>
                  </a:lnTo>
                  <a:lnTo>
                    <a:pt x="5842469" y="1028700"/>
                  </a:lnTo>
                  <a:lnTo>
                    <a:pt x="5881865" y="1009269"/>
                  </a:lnTo>
                  <a:lnTo>
                    <a:pt x="5895975" y="975194"/>
                  </a:lnTo>
                  <a:lnTo>
                    <a:pt x="5895975" y="53505"/>
                  </a:lnTo>
                  <a:lnTo>
                    <a:pt x="5876544" y="14109"/>
                  </a:lnTo>
                  <a:lnTo>
                    <a:pt x="5846191" y="368"/>
                  </a:lnTo>
                  <a:lnTo>
                    <a:pt x="5842469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10137" y="3862387"/>
              <a:ext cx="5895975" cy="1028700"/>
            </a:xfrm>
            <a:custGeom>
              <a:avLst/>
              <a:gdLst/>
              <a:ahLst/>
              <a:cxnLst/>
              <a:rect l="l" t="t" r="r" b="b"/>
              <a:pathLst>
                <a:path w="5895975" h="1028700">
                  <a:moveTo>
                    <a:pt x="0" y="971435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8" y="49771"/>
                  </a:lnTo>
                  <a:lnTo>
                    <a:pt x="1104" y="46088"/>
                  </a:lnTo>
                  <a:lnTo>
                    <a:pt x="1828" y="42405"/>
                  </a:lnTo>
                  <a:lnTo>
                    <a:pt x="2921" y="38823"/>
                  </a:lnTo>
                  <a:lnTo>
                    <a:pt x="4356" y="35344"/>
                  </a:lnTo>
                  <a:lnTo>
                    <a:pt x="5803" y="31877"/>
                  </a:lnTo>
                  <a:lnTo>
                    <a:pt x="7556" y="28575"/>
                  </a:lnTo>
                  <a:lnTo>
                    <a:pt x="9652" y="25450"/>
                  </a:lnTo>
                  <a:lnTo>
                    <a:pt x="11734" y="22313"/>
                  </a:lnTo>
                  <a:lnTo>
                    <a:pt x="14109" y="19431"/>
                  </a:lnTo>
                  <a:lnTo>
                    <a:pt x="16776" y="16764"/>
                  </a:lnTo>
                  <a:lnTo>
                    <a:pt x="19431" y="14109"/>
                  </a:lnTo>
                  <a:lnTo>
                    <a:pt x="22313" y="11734"/>
                  </a:lnTo>
                  <a:lnTo>
                    <a:pt x="25450" y="9652"/>
                  </a:lnTo>
                  <a:lnTo>
                    <a:pt x="28575" y="7556"/>
                  </a:lnTo>
                  <a:lnTo>
                    <a:pt x="53505" y="0"/>
                  </a:lnTo>
                  <a:lnTo>
                    <a:pt x="57264" y="0"/>
                  </a:lnTo>
                  <a:lnTo>
                    <a:pt x="5838710" y="0"/>
                  </a:lnTo>
                  <a:lnTo>
                    <a:pt x="5842469" y="0"/>
                  </a:lnTo>
                  <a:lnTo>
                    <a:pt x="5846191" y="368"/>
                  </a:lnTo>
                  <a:lnTo>
                    <a:pt x="5870524" y="9652"/>
                  </a:lnTo>
                  <a:lnTo>
                    <a:pt x="5873648" y="11734"/>
                  </a:lnTo>
                  <a:lnTo>
                    <a:pt x="5894870" y="46088"/>
                  </a:lnTo>
                  <a:lnTo>
                    <a:pt x="5895606" y="49771"/>
                  </a:lnTo>
                  <a:lnTo>
                    <a:pt x="5895975" y="53505"/>
                  </a:lnTo>
                  <a:lnTo>
                    <a:pt x="5895975" y="57264"/>
                  </a:lnTo>
                  <a:lnTo>
                    <a:pt x="5895975" y="971435"/>
                  </a:lnTo>
                  <a:lnTo>
                    <a:pt x="5895975" y="975194"/>
                  </a:lnTo>
                  <a:lnTo>
                    <a:pt x="5895606" y="978928"/>
                  </a:lnTo>
                  <a:lnTo>
                    <a:pt x="5894870" y="982611"/>
                  </a:lnTo>
                  <a:lnTo>
                    <a:pt x="5894133" y="986294"/>
                  </a:lnTo>
                  <a:lnTo>
                    <a:pt x="5879198" y="1011923"/>
                  </a:lnTo>
                  <a:lnTo>
                    <a:pt x="5876544" y="1014590"/>
                  </a:lnTo>
                  <a:lnTo>
                    <a:pt x="5849886" y="1027595"/>
                  </a:lnTo>
                  <a:lnTo>
                    <a:pt x="5846191" y="1028331"/>
                  </a:lnTo>
                  <a:lnTo>
                    <a:pt x="5842469" y="1028700"/>
                  </a:lnTo>
                  <a:lnTo>
                    <a:pt x="5838710" y="1028700"/>
                  </a:lnTo>
                  <a:lnTo>
                    <a:pt x="57264" y="1028700"/>
                  </a:lnTo>
                  <a:lnTo>
                    <a:pt x="53505" y="1028700"/>
                  </a:lnTo>
                  <a:lnTo>
                    <a:pt x="49784" y="1028331"/>
                  </a:lnTo>
                  <a:lnTo>
                    <a:pt x="46088" y="1027595"/>
                  </a:lnTo>
                  <a:lnTo>
                    <a:pt x="42405" y="1026871"/>
                  </a:lnTo>
                  <a:lnTo>
                    <a:pt x="16776" y="1011923"/>
                  </a:lnTo>
                  <a:lnTo>
                    <a:pt x="14109" y="1009269"/>
                  </a:lnTo>
                  <a:lnTo>
                    <a:pt x="11734" y="1006373"/>
                  </a:lnTo>
                  <a:lnTo>
                    <a:pt x="9652" y="1003249"/>
                  </a:lnTo>
                  <a:lnTo>
                    <a:pt x="7556" y="1000125"/>
                  </a:lnTo>
                  <a:lnTo>
                    <a:pt x="1104" y="982611"/>
                  </a:lnTo>
                  <a:lnTo>
                    <a:pt x="368" y="978928"/>
                  </a:lnTo>
                  <a:lnTo>
                    <a:pt x="0" y="975194"/>
                  </a:lnTo>
                  <a:lnTo>
                    <a:pt x="0" y="971435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080343" y="4033043"/>
            <a:ext cx="4831715" cy="644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80" b="1">
                <a:solidFill>
                  <a:srgbClr val="262424"/>
                </a:solidFill>
                <a:latin typeface="Tahoma"/>
                <a:cs typeface="Tahoma"/>
              </a:rPr>
              <a:t>Actuator</a:t>
            </a:r>
            <a:r>
              <a:rPr dirty="0" sz="17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62424"/>
                </a:solidFill>
                <a:latin typeface="Tahoma"/>
                <a:cs typeface="Tahoma"/>
              </a:rPr>
              <a:t>Control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Automatic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ON/OFF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switching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62424"/>
                </a:solidFill>
                <a:latin typeface="Tahoma"/>
                <a:cs typeface="Tahoma"/>
              </a:rPr>
              <a:t>based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on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threshold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conditions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4286250" cy="6429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351" rIns="0" bIns="0" rtlCol="0" vert="horz">
            <a:spAutoFit/>
          </a:bodyPr>
          <a:lstStyle/>
          <a:p>
            <a:pPr marL="4298950">
              <a:lnSpc>
                <a:spcPct val="100000"/>
              </a:lnSpc>
              <a:spcBef>
                <a:spcPts val="135"/>
              </a:spcBef>
            </a:pPr>
            <a:r>
              <a:rPr dirty="0" sz="3450" spc="-145"/>
              <a:t>Monitoring</a:t>
            </a:r>
            <a:r>
              <a:rPr dirty="0" sz="3450" spc="-330"/>
              <a:t> </a:t>
            </a:r>
            <a:r>
              <a:rPr dirty="0" sz="3450" spc="-65"/>
              <a:t>User</a:t>
            </a:r>
            <a:r>
              <a:rPr dirty="0" sz="3450" spc="-325"/>
              <a:t> </a:t>
            </a:r>
            <a:r>
              <a:rPr dirty="0" sz="3450" spc="-75"/>
              <a:t>Stories</a:t>
            </a:r>
            <a:endParaRPr sz="3450"/>
          </a:p>
        </p:txBody>
      </p:sp>
      <p:grpSp>
        <p:nvGrpSpPr>
          <p:cNvPr id="4" name="object 4" descr=""/>
          <p:cNvGrpSpPr/>
          <p:nvPr/>
        </p:nvGrpSpPr>
        <p:grpSpPr>
          <a:xfrm>
            <a:off x="4895566" y="1842092"/>
            <a:ext cx="462915" cy="454659"/>
            <a:chOff x="4895566" y="1842092"/>
            <a:chExt cx="462915" cy="45465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5566" y="2191507"/>
              <a:ext cx="86152" cy="10487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905375" y="1851913"/>
              <a:ext cx="88265" cy="64135"/>
            </a:xfrm>
            <a:custGeom>
              <a:avLst/>
              <a:gdLst/>
              <a:ahLst/>
              <a:cxnLst/>
              <a:rect l="l" t="t" r="r" b="b"/>
              <a:pathLst>
                <a:path w="88264" h="64135">
                  <a:moveTo>
                    <a:pt x="0" y="64122"/>
                  </a:moveTo>
                  <a:lnTo>
                    <a:pt x="10566" y="25895"/>
                  </a:lnTo>
                  <a:lnTo>
                    <a:pt x="42545" y="2552"/>
                  </a:lnTo>
                  <a:lnTo>
                    <a:pt x="71879" y="83"/>
                  </a:lnTo>
                  <a:lnTo>
                    <a:pt x="88150" y="0"/>
                  </a:lnTo>
                </a:path>
              </a:pathLst>
            </a:custGeom>
            <a:ln w="19617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4191" y="1842092"/>
              <a:ext cx="83904" cy="9844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905375" y="1851901"/>
              <a:ext cx="443230" cy="434975"/>
            </a:xfrm>
            <a:custGeom>
              <a:avLst/>
              <a:gdLst/>
              <a:ahLst/>
              <a:cxnLst/>
              <a:rect l="l" t="t" r="r" b="b"/>
              <a:pathLst>
                <a:path w="443229" h="434975">
                  <a:moveTo>
                    <a:pt x="426008" y="415886"/>
                  </a:moveTo>
                  <a:lnTo>
                    <a:pt x="387188" y="434446"/>
                  </a:lnTo>
                  <a:lnTo>
                    <a:pt x="379941" y="434823"/>
                  </a:lnTo>
                  <a:lnTo>
                    <a:pt x="372605" y="434378"/>
                  </a:lnTo>
                </a:path>
                <a:path w="443229" h="434975">
                  <a:moveTo>
                    <a:pt x="97345" y="78981"/>
                  </a:moveTo>
                  <a:lnTo>
                    <a:pt x="97434" y="219862"/>
                  </a:lnTo>
                </a:path>
                <a:path w="443229" h="434975">
                  <a:moveTo>
                    <a:pt x="147980" y="218922"/>
                  </a:moveTo>
                  <a:lnTo>
                    <a:pt x="148031" y="79578"/>
                  </a:lnTo>
                </a:path>
                <a:path w="443229" h="434975">
                  <a:moveTo>
                    <a:pt x="372567" y="434670"/>
                  </a:moveTo>
                  <a:lnTo>
                    <a:pt x="66535" y="434670"/>
                  </a:lnTo>
                </a:path>
                <a:path w="443229" h="434975">
                  <a:moveTo>
                    <a:pt x="0" y="349415"/>
                  </a:moveTo>
                  <a:lnTo>
                    <a:pt x="0" y="64135"/>
                  </a:lnTo>
                </a:path>
                <a:path w="443229" h="434975">
                  <a:moveTo>
                    <a:pt x="88150" y="12"/>
                  </a:moveTo>
                  <a:lnTo>
                    <a:pt x="378625" y="0"/>
                  </a:lnTo>
                </a:path>
                <a:path w="443229" h="434975">
                  <a:moveTo>
                    <a:pt x="442912" y="78828"/>
                  </a:moveTo>
                  <a:lnTo>
                    <a:pt x="442874" y="374484"/>
                  </a:lnTo>
                </a:path>
                <a:path w="443229" h="434975">
                  <a:moveTo>
                    <a:pt x="442899" y="374484"/>
                  </a:moveTo>
                  <a:lnTo>
                    <a:pt x="441916" y="386160"/>
                  </a:lnTo>
                  <a:lnTo>
                    <a:pt x="438777" y="396955"/>
                  </a:lnTo>
                  <a:lnTo>
                    <a:pt x="433482" y="406872"/>
                  </a:lnTo>
                  <a:lnTo>
                    <a:pt x="426034" y="415912"/>
                  </a:lnTo>
                </a:path>
              </a:pathLst>
            </a:custGeom>
            <a:ln w="19617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60"/>
              <a:t>View</a:t>
            </a:r>
            <a:r>
              <a:rPr dirty="0" spc="-185"/>
              <a:t> </a:t>
            </a:r>
            <a:r>
              <a:rPr dirty="0" spc="-10"/>
              <a:t>Sensors</a:t>
            </a:r>
          </a:p>
          <a:p>
            <a:pPr marL="12700" marR="37465">
              <a:lnSpc>
                <a:spcPct val="133900"/>
              </a:lnSpc>
              <a:spcBef>
                <a:spcPts val="535"/>
              </a:spcBef>
            </a:pPr>
            <a:r>
              <a:rPr dirty="0" sz="1400" b="0">
                <a:latin typeface="Tahoma"/>
                <a:cs typeface="Tahoma"/>
              </a:rPr>
              <a:t>Monitor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available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spc="50" b="0">
                <a:latin typeface="Tahoma"/>
                <a:cs typeface="Tahoma"/>
              </a:rPr>
              <a:t>sensors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with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current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values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and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spc="-10" b="0">
                <a:latin typeface="Tahoma"/>
                <a:cs typeface="Tahoma"/>
              </a:rPr>
              <a:t>measurement units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25"/>
              <a:t>Real-</a:t>
            </a:r>
            <a:r>
              <a:rPr dirty="0" spc="-60"/>
              <a:t>Time</a:t>
            </a:r>
            <a:r>
              <a:rPr dirty="0" spc="-145"/>
              <a:t> </a:t>
            </a:r>
            <a:r>
              <a:rPr dirty="0" spc="-10"/>
              <a:t>Telemetry</a:t>
            </a:r>
          </a:p>
          <a:p>
            <a:pPr marL="12700" marR="429259">
              <a:lnSpc>
                <a:spcPct val="133900"/>
              </a:lnSpc>
              <a:spcBef>
                <a:spcPts val="530"/>
              </a:spcBef>
            </a:pPr>
            <a:r>
              <a:rPr dirty="0" sz="1400" b="0">
                <a:latin typeface="Tahoma"/>
                <a:cs typeface="Tahoma"/>
              </a:rPr>
              <a:t>View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live</a:t>
            </a:r>
            <a:r>
              <a:rPr dirty="0" sz="1400" spc="25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line</a:t>
            </a:r>
            <a:r>
              <a:rPr dirty="0" sz="1400" spc="25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charts</a:t>
            </a:r>
            <a:r>
              <a:rPr dirty="0" sz="1400" spc="25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for</a:t>
            </a:r>
            <a:r>
              <a:rPr dirty="0" sz="1400" spc="25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telemetry</a:t>
            </a:r>
            <a:r>
              <a:rPr dirty="0" sz="1400" spc="25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data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including</a:t>
            </a:r>
            <a:r>
              <a:rPr dirty="0" sz="1400" spc="25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power</a:t>
            </a:r>
            <a:r>
              <a:rPr dirty="0" sz="1400" spc="25" b="0">
                <a:latin typeface="Tahoma"/>
                <a:cs typeface="Tahoma"/>
              </a:rPr>
              <a:t> </a:t>
            </a:r>
            <a:r>
              <a:rPr dirty="0" sz="1400" spc="-25" b="0">
                <a:latin typeface="Tahoma"/>
                <a:cs typeface="Tahoma"/>
              </a:rPr>
              <a:t>and </a:t>
            </a:r>
            <a:r>
              <a:rPr dirty="0" sz="1400" spc="-10" b="0">
                <a:latin typeface="Tahoma"/>
                <a:cs typeface="Tahoma"/>
              </a:rPr>
              <a:t>radiation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pc="-55"/>
              <a:t>Sensor</a:t>
            </a:r>
            <a:r>
              <a:rPr dirty="0" spc="-165"/>
              <a:t> </a:t>
            </a:r>
            <a:r>
              <a:rPr dirty="0" spc="-10"/>
              <a:t>Warnings</a:t>
            </a:r>
          </a:p>
          <a:p>
            <a:pPr marL="12700" marR="5080">
              <a:lnSpc>
                <a:spcPct val="133900"/>
              </a:lnSpc>
              <a:spcBef>
                <a:spcPts val="530"/>
              </a:spcBef>
            </a:pPr>
            <a:r>
              <a:rPr dirty="0" sz="1400" b="0">
                <a:latin typeface="Tahoma"/>
                <a:cs typeface="Tahoma"/>
              </a:rPr>
              <a:t>Visual</a:t>
            </a:r>
            <a:r>
              <a:rPr dirty="0" sz="1400" spc="15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alerts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when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spc="50" b="0">
                <a:latin typeface="Tahoma"/>
                <a:cs typeface="Tahoma"/>
              </a:rPr>
              <a:t>sensors</a:t>
            </a:r>
            <a:r>
              <a:rPr dirty="0" sz="1400" spc="15" b="0">
                <a:latin typeface="Tahoma"/>
                <a:cs typeface="Tahoma"/>
              </a:rPr>
              <a:t> </a:t>
            </a:r>
            <a:r>
              <a:rPr dirty="0" sz="1400" spc="50" b="0">
                <a:latin typeface="Tahoma"/>
                <a:cs typeface="Tahoma"/>
              </a:rPr>
              <a:t>exceed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critical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thresholds</a:t>
            </a:r>
            <a:r>
              <a:rPr dirty="0" sz="1400" spc="15" b="0">
                <a:latin typeface="Tahoma"/>
                <a:cs typeface="Tahoma"/>
              </a:rPr>
              <a:t> </a:t>
            </a:r>
            <a:r>
              <a:rPr dirty="0" sz="1400" b="0">
                <a:latin typeface="Tahoma"/>
                <a:cs typeface="Tahoma"/>
              </a:rPr>
              <a:t>or</a:t>
            </a:r>
            <a:r>
              <a:rPr dirty="0" sz="1400" spc="20" b="0">
                <a:latin typeface="Tahoma"/>
                <a:cs typeface="Tahoma"/>
              </a:rPr>
              <a:t> </a:t>
            </a:r>
            <a:r>
              <a:rPr dirty="0" sz="1400" spc="40" b="0">
                <a:latin typeface="Tahoma"/>
                <a:cs typeface="Tahoma"/>
              </a:rPr>
              <a:t>become </a:t>
            </a:r>
            <a:r>
              <a:rPr dirty="0" sz="1400" spc="-10" b="0">
                <a:latin typeface="Tahoma"/>
                <a:cs typeface="Tahoma"/>
              </a:rPr>
              <a:t>unreachable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905375" y="3174060"/>
            <a:ext cx="443230" cy="400685"/>
          </a:xfrm>
          <a:custGeom>
            <a:avLst/>
            <a:gdLst/>
            <a:ahLst/>
            <a:cxnLst/>
            <a:rect l="l" t="t" r="r" b="b"/>
            <a:pathLst>
              <a:path w="443229" h="400685">
                <a:moveTo>
                  <a:pt x="0" y="0"/>
                </a:moveTo>
                <a:lnTo>
                  <a:pt x="114" y="400342"/>
                </a:lnTo>
                <a:lnTo>
                  <a:pt x="442493" y="400329"/>
                </a:lnTo>
              </a:path>
              <a:path w="443229" h="400685">
                <a:moveTo>
                  <a:pt x="362648" y="28155"/>
                </a:moveTo>
                <a:lnTo>
                  <a:pt x="440740" y="4851"/>
                </a:lnTo>
                <a:lnTo>
                  <a:pt x="274193" y="229336"/>
                </a:lnTo>
                <a:lnTo>
                  <a:pt x="197078" y="148424"/>
                </a:lnTo>
              </a:path>
              <a:path w="443229" h="400685">
                <a:moveTo>
                  <a:pt x="49123" y="330847"/>
                </a:moveTo>
                <a:lnTo>
                  <a:pt x="197078" y="148424"/>
                </a:lnTo>
              </a:path>
              <a:path w="443229" h="400685">
                <a:moveTo>
                  <a:pt x="442658" y="83921"/>
                </a:moveTo>
                <a:lnTo>
                  <a:pt x="442912" y="4203"/>
                </a:lnTo>
              </a:path>
            </a:pathLst>
          </a:custGeom>
          <a:ln w="19879">
            <a:solidFill>
              <a:srgbClr val="494FB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4895315" y="4472531"/>
            <a:ext cx="463550" cy="413384"/>
            <a:chOff x="4895315" y="4472531"/>
            <a:chExt cx="463550" cy="413384"/>
          </a:xfrm>
        </p:grpSpPr>
        <p:sp>
          <p:nvSpPr>
            <p:cNvPr id="12" name="object 12" descr=""/>
            <p:cNvSpPr/>
            <p:nvPr/>
          </p:nvSpPr>
          <p:spPr>
            <a:xfrm>
              <a:off x="5091823" y="4482350"/>
              <a:ext cx="47625" cy="332105"/>
            </a:xfrm>
            <a:custGeom>
              <a:avLst/>
              <a:gdLst/>
              <a:ahLst/>
              <a:cxnLst/>
              <a:rect l="l" t="t" r="r" b="b"/>
              <a:pathLst>
                <a:path w="47625" h="332104">
                  <a:moveTo>
                    <a:pt x="47155" y="322122"/>
                  </a:moveTo>
                  <a:lnTo>
                    <a:pt x="34620" y="306730"/>
                  </a:lnTo>
                  <a:lnTo>
                    <a:pt x="30822" y="307479"/>
                  </a:lnTo>
                  <a:lnTo>
                    <a:pt x="27508" y="309130"/>
                  </a:lnTo>
                  <a:lnTo>
                    <a:pt x="25222" y="311670"/>
                  </a:lnTo>
                  <a:lnTo>
                    <a:pt x="23596" y="315823"/>
                  </a:lnTo>
                  <a:lnTo>
                    <a:pt x="23228" y="318338"/>
                  </a:lnTo>
                  <a:lnTo>
                    <a:pt x="23583" y="322503"/>
                  </a:lnTo>
                  <a:lnTo>
                    <a:pt x="24930" y="325399"/>
                  </a:lnTo>
                  <a:lnTo>
                    <a:pt x="26187" y="326758"/>
                  </a:lnTo>
                  <a:lnTo>
                    <a:pt x="32448" y="331495"/>
                  </a:lnTo>
                </a:path>
                <a:path w="47625" h="332104">
                  <a:moveTo>
                    <a:pt x="46139" y="1841"/>
                  </a:moveTo>
                  <a:lnTo>
                    <a:pt x="39268" y="127"/>
                  </a:lnTo>
                  <a:lnTo>
                    <a:pt x="32245" y="0"/>
                  </a:lnTo>
                  <a:lnTo>
                    <a:pt x="25273" y="1244"/>
                  </a:lnTo>
                  <a:lnTo>
                    <a:pt x="3911" y="19812"/>
                  </a:lnTo>
                  <a:lnTo>
                    <a:pt x="0" y="26593"/>
                  </a:lnTo>
                </a:path>
              </a:pathLst>
            </a:custGeom>
            <a:ln w="19637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5315" y="4810491"/>
              <a:ext cx="71110" cy="7492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912169" y="4484191"/>
              <a:ext cx="436880" cy="391795"/>
            </a:xfrm>
            <a:custGeom>
              <a:avLst/>
              <a:gdLst/>
              <a:ahLst/>
              <a:cxnLst/>
              <a:rect l="l" t="t" r="r" b="b"/>
              <a:pathLst>
                <a:path w="436879" h="391795">
                  <a:moveTo>
                    <a:pt x="399161" y="391274"/>
                  </a:moveTo>
                  <a:lnTo>
                    <a:pt x="433019" y="370979"/>
                  </a:lnTo>
                  <a:lnTo>
                    <a:pt x="436295" y="355320"/>
                  </a:lnTo>
                  <a:lnTo>
                    <a:pt x="435571" y="350291"/>
                  </a:lnTo>
                  <a:lnTo>
                    <a:pt x="434390" y="346367"/>
                  </a:lnTo>
                  <a:lnTo>
                    <a:pt x="432026" y="341654"/>
                  </a:lnTo>
                  <a:lnTo>
                    <a:pt x="428532" y="335176"/>
                  </a:lnTo>
                  <a:lnTo>
                    <a:pt x="423910" y="326934"/>
                  </a:lnTo>
                  <a:lnTo>
                    <a:pt x="418160" y="316928"/>
                  </a:lnTo>
                </a:path>
                <a:path w="436879" h="391795">
                  <a:moveTo>
                    <a:pt x="267208" y="55740"/>
                  </a:moveTo>
                  <a:lnTo>
                    <a:pt x="246370" y="20534"/>
                  </a:lnTo>
                  <a:lnTo>
                    <a:pt x="233934" y="4864"/>
                  </a:lnTo>
                  <a:lnTo>
                    <a:pt x="229006" y="1104"/>
                  </a:lnTo>
                </a:path>
                <a:path w="436879" h="391795">
                  <a:moveTo>
                    <a:pt x="226796" y="320281"/>
                  </a:moveTo>
                  <a:lnTo>
                    <a:pt x="223494" y="325907"/>
                  </a:lnTo>
                  <a:lnTo>
                    <a:pt x="218592" y="328993"/>
                  </a:lnTo>
                  <a:lnTo>
                    <a:pt x="212090" y="329539"/>
                  </a:lnTo>
                </a:path>
                <a:path w="436879" h="391795">
                  <a:moveTo>
                    <a:pt x="214731" y="256578"/>
                  </a:moveTo>
                  <a:lnTo>
                    <a:pt x="214744" y="100088"/>
                  </a:lnTo>
                </a:path>
                <a:path w="436879" h="391795">
                  <a:moveTo>
                    <a:pt x="225793" y="0"/>
                  </a:moveTo>
                  <a:lnTo>
                    <a:pt x="229006" y="1104"/>
                  </a:lnTo>
                </a:path>
                <a:path w="436879" h="391795">
                  <a:moveTo>
                    <a:pt x="179654" y="24752"/>
                  </a:moveTo>
                  <a:lnTo>
                    <a:pt x="0" y="336118"/>
                  </a:lnTo>
                </a:path>
                <a:path w="436879" h="391795">
                  <a:moveTo>
                    <a:pt x="418160" y="316928"/>
                  </a:moveTo>
                  <a:lnTo>
                    <a:pt x="267208" y="55740"/>
                  </a:lnTo>
                </a:path>
                <a:path w="436879" h="391795">
                  <a:moveTo>
                    <a:pt x="44437" y="391350"/>
                  </a:moveTo>
                  <a:lnTo>
                    <a:pt x="399161" y="391274"/>
                  </a:lnTo>
                </a:path>
              </a:pathLst>
            </a:custGeom>
            <a:ln w="19637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547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50" spc="-125"/>
              <a:t>Actuator</a:t>
            </a:r>
            <a:r>
              <a:rPr dirty="0" sz="3450" spc="-345"/>
              <a:t> </a:t>
            </a:r>
            <a:r>
              <a:rPr dirty="0" sz="3450" spc="-130"/>
              <a:t>Control</a:t>
            </a:r>
            <a:r>
              <a:rPr dirty="0" sz="3450" spc="-340"/>
              <a:t> </a:t>
            </a:r>
            <a:r>
              <a:rPr dirty="0" sz="3450" spc="-70"/>
              <a:t>Stories</a:t>
            </a:r>
            <a:endParaRPr sz="3450"/>
          </a:p>
        </p:txBody>
      </p:sp>
      <p:sp>
        <p:nvSpPr>
          <p:cNvPr id="4" name="object 4" descr=""/>
          <p:cNvSpPr txBox="1"/>
          <p:nvPr/>
        </p:nvSpPr>
        <p:spPr>
          <a:xfrm>
            <a:off x="607466" y="1870868"/>
            <a:ext cx="2620010" cy="2130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85" b="1">
                <a:latin typeface="Tahoma"/>
                <a:cs typeface="Tahoma"/>
              </a:rPr>
              <a:t>Manual</a:t>
            </a:r>
            <a:r>
              <a:rPr dirty="0" sz="1750" spc="-150" b="1">
                <a:latin typeface="Tahoma"/>
                <a:cs typeface="Tahoma"/>
              </a:rPr>
              <a:t> </a:t>
            </a:r>
            <a:r>
              <a:rPr dirty="0" sz="1750" spc="-10" b="1">
                <a:latin typeface="Tahoma"/>
                <a:cs typeface="Tahoma"/>
              </a:rPr>
              <a:t>Control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2100"/>
              </a:lnSpc>
              <a:spcBef>
                <a:spcPts val="1165"/>
              </a:spcBef>
            </a:pP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Operators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262424"/>
                </a:solidFill>
                <a:latin typeface="Tahoma"/>
                <a:cs typeface="Tahoma"/>
              </a:rPr>
              <a:t>can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manually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activate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or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deactivate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actuators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through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400" spc="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dashboard</a:t>
            </a:r>
            <a:r>
              <a:rPr dirty="0" sz="14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interface,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providing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override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capability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when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automation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62424"/>
                </a:solidFill>
                <a:latin typeface="Tahoma"/>
                <a:cs typeface="Tahoma"/>
              </a:rPr>
              <a:t>needs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1400" spc="-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262424"/>
                </a:solidFill>
                <a:latin typeface="Tahoma"/>
                <a:cs typeface="Tahoma"/>
              </a:rPr>
              <a:t>be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bypassed.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84803" y="1870868"/>
            <a:ext cx="2689860" cy="1854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90" b="1">
                <a:latin typeface="Tahoma"/>
                <a:cs typeface="Tahoma"/>
              </a:rPr>
              <a:t>Automated</a:t>
            </a:r>
            <a:r>
              <a:rPr dirty="0" sz="1750" spc="-140" b="1">
                <a:latin typeface="Tahoma"/>
                <a:cs typeface="Tahoma"/>
              </a:rPr>
              <a:t> </a:t>
            </a:r>
            <a:r>
              <a:rPr dirty="0" sz="1750" spc="-10" b="1">
                <a:latin typeface="Tahoma"/>
                <a:cs typeface="Tahoma"/>
              </a:rPr>
              <a:t>Responses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2800"/>
              </a:lnSpc>
              <a:spcBef>
                <a:spcPts val="1150"/>
              </a:spcBef>
            </a:pP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System</a:t>
            </a:r>
            <a:r>
              <a:rPr dirty="0" sz="140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automatically</a:t>
            </a:r>
            <a:r>
              <a:rPr dirty="0" sz="14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triggers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actuators</a:t>
            </a:r>
            <a:r>
              <a:rPr dirty="0" sz="14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when</a:t>
            </a:r>
            <a:r>
              <a:rPr dirty="0" sz="14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rule</a:t>
            </a:r>
            <a:r>
              <a:rPr dirty="0" sz="14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conditions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are</a:t>
            </a:r>
            <a:r>
              <a:rPr dirty="0" sz="1400" spc="-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met,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maintaining</a:t>
            </a:r>
            <a:r>
              <a:rPr dirty="0" sz="1400" spc="-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optimal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environmental</a:t>
            </a:r>
            <a:r>
              <a:rPr dirty="0" sz="14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conditions</a:t>
            </a:r>
            <a:r>
              <a:rPr dirty="0" sz="14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without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manual</a:t>
            </a:r>
            <a:r>
              <a:rPr dirty="0" sz="140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intervention.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19125" y="4400550"/>
            <a:ext cx="400050" cy="400050"/>
            <a:chOff x="619125" y="4400550"/>
            <a:chExt cx="400050" cy="400050"/>
          </a:xfrm>
        </p:grpSpPr>
        <p:sp>
          <p:nvSpPr>
            <p:cNvPr id="7" name="object 7" descr=""/>
            <p:cNvSpPr/>
            <p:nvPr/>
          </p:nvSpPr>
          <p:spPr>
            <a:xfrm>
              <a:off x="623887" y="4405312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37026" y="0"/>
                  </a:moveTo>
                  <a:lnTo>
                    <a:pt x="53498" y="0"/>
                  </a:lnTo>
                  <a:lnTo>
                    <a:pt x="49777" y="368"/>
                  </a:lnTo>
                  <a:lnTo>
                    <a:pt x="14113" y="19431"/>
                  </a:lnTo>
                  <a:lnTo>
                    <a:pt x="0" y="53505"/>
                  </a:lnTo>
                  <a:lnTo>
                    <a:pt x="0" y="333260"/>
                  </a:lnTo>
                  <a:lnTo>
                    <a:pt x="0" y="337019"/>
                  </a:lnTo>
                  <a:lnTo>
                    <a:pt x="19432" y="376415"/>
                  </a:lnTo>
                  <a:lnTo>
                    <a:pt x="53498" y="390525"/>
                  </a:lnTo>
                  <a:lnTo>
                    <a:pt x="337026" y="390525"/>
                  </a:lnTo>
                  <a:lnTo>
                    <a:pt x="376411" y="371094"/>
                  </a:lnTo>
                  <a:lnTo>
                    <a:pt x="390525" y="337019"/>
                  </a:lnTo>
                  <a:lnTo>
                    <a:pt x="390525" y="53505"/>
                  </a:lnTo>
                  <a:lnTo>
                    <a:pt x="371092" y="14109"/>
                  </a:lnTo>
                  <a:lnTo>
                    <a:pt x="340747" y="368"/>
                  </a:lnTo>
                  <a:lnTo>
                    <a:pt x="337026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23887" y="4405312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0" y="333260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7" y="49771"/>
                  </a:lnTo>
                  <a:lnTo>
                    <a:pt x="1101" y="46088"/>
                  </a:lnTo>
                  <a:lnTo>
                    <a:pt x="1835" y="42405"/>
                  </a:lnTo>
                  <a:lnTo>
                    <a:pt x="2922" y="38823"/>
                  </a:lnTo>
                  <a:lnTo>
                    <a:pt x="4361" y="35344"/>
                  </a:lnTo>
                  <a:lnTo>
                    <a:pt x="5798" y="31877"/>
                  </a:lnTo>
                  <a:lnTo>
                    <a:pt x="7560" y="28575"/>
                  </a:lnTo>
                  <a:lnTo>
                    <a:pt x="9649" y="25450"/>
                  </a:lnTo>
                  <a:lnTo>
                    <a:pt x="11737" y="22313"/>
                  </a:lnTo>
                  <a:lnTo>
                    <a:pt x="25449" y="9652"/>
                  </a:lnTo>
                  <a:lnTo>
                    <a:pt x="28575" y="7556"/>
                  </a:lnTo>
                  <a:lnTo>
                    <a:pt x="31874" y="5791"/>
                  </a:lnTo>
                  <a:lnTo>
                    <a:pt x="35346" y="4356"/>
                  </a:lnTo>
                  <a:lnTo>
                    <a:pt x="38818" y="2921"/>
                  </a:lnTo>
                  <a:lnTo>
                    <a:pt x="42401" y="1828"/>
                  </a:lnTo>
                  <a:lnTo>
                    <a:pt x="46092" y="1092"/>
                  </a:lnTo>
                  <a:lnTo>
                    <a:pt x="49777" y="368"/>
                  </a:lnTo>
                  <a:lnTo>
                    <a:pt x="53498" y="0"/>
                  </a:lnTo>
                  <a:lnTo>
                    <a:pt x="57259" y="0"/>
                  </a:lnTo>
                  <a:lnTo>
                    <a:pt x="333265" y="0"/>
                  </a:lnTo>
                  <a:lnTo>
                    <a:pt x="337026" y="0"/>
                  </a:lnTo>
                  <a:lnTo>
                    <a:pt x="340747" y="368"/>
                  </a:lnTo>
                  <a:lnTo>
                    <a:pt x="344432" y="1092"/>
                  </a:lnTo>
                  <a:lnTo>
                    <a:pt x="348123" y="1828"/>
                  </a:lnTo>
                  <a:lnTo>
                    <a:pt x="351706" y="2921"/>
                  </a:lnTo>
                  <a:lnTo>
                    <a:pt x="355178" y="4356"/>
                  </a:lnTo>
                  <a:lnTo>
                    <a:pt x="358650" y="5791"/>
                  </a:lnTo>
                  <a:lnTo>
                    <a:pt x="361950" y="7556"/>
                  </a:lnTo>
                  <a:lnTo>
                    <a:pt x="365075" y="9652"/>
                  </a:lnTo>
                  <a:lnTo>
                    <a:pt x="368200" y="11734"/>
                  </a:lnTo>
                  <a:lnTo>
                    <a:pt x="380875" y="25450"/>
                  </a:lnTo>
                  <a:lnTo>
                    <a:pt x="382964" y="28575"/>
                  </a:lnTo>
                  <a:lnTo>
                    <a:pt x="389423" y="46088"/>
                  </a:lnTo>
                  <a:lnTo>
                    <a:pt x="390157" y="49771"/>
                  </a:lnTo>
                  <a:lnTo>
                    <a:pt x="390525" y="53505"/>
                  </a:lnTo>
                  <a:lnTo>
                    <a:pt x="390525" y="57264"/>
                  </a:lnTo>
                  <a:lnTo>
                    <a:pt x="390525" y="333260"/>
                  </a:lnTo>
                  <a:lnTo>
                    <a:pt x="390525" y="337019"/>
                  </a:lnTo>
                  <a:lnTo>
                    <a:pt x="390157" y="340753"/>
                  </a:lnTo>
                  <a:lnTo>
                    <a:pt x="389423" y="344436"/>
                  </a:lnTo>
                  <a:lnTo>
                    <a:pt x="388689" y="348119"/>
                  </a:lnTo>
                  <a:lnTo>
                    <a:pt x="387602" y="351701"/>
                  </a:lnTo>
                  <a:lnTo>
                    <a:pt x="386163" y="355168"/>
                  </a:lnTo>
                  <a:lnTo>
                    <a:pt x="384726" y="358648"/>
                  </a:lnTo>
                  <a:lnTo>
                    <a:pt x="382964" y="361950"/>
                  </a:lnTo>
                  <a:lnTo>
                    <a:pt x="380875" y="365074"/>
                  </a:lnTo>
                  <a:lnTo>
                    <a:pt x="378787" y="368198"/>
                  </a:lnTo>
                  <a:lnTo>
                    <a:pt x="376411" y="371094"/>
                  </a:lnTo>
                  <a:lnTo>
                    <a:pt x="373752" y="373748"/>
                  </a:lnTo>
                  <a:lnTo>
                    <a:pt x="371092" y="376415"/>
                  </a:lnTo>
                  <a:lnTo>
                    <a:pt x="344432" y="389420"/>
                  </a:lnTo>
                  <a:lnTo>
                    <a:pt x="340747" y="390156"/>
                  </a:lnTo>
                  <a:lnTo>
                    <a:pt x="337026" y="390525"/>
                  </a:lnTo>
                  <a:lnTo>
                    <a:pt x="333265" y="390525"/>
                  </a:lnTo>
                  <a:lnTo>
                    <a:pt x="57259" y="390525"/>
                  </a:lnTo>
                  <a:lnTo>
                    <a:pt x="53498" y="390525"/>
                  </a:lnTo>
                  <a:lnTo>
                    <a:pt x="49777" y="390156"/>
                  </a:lnTo>
                  <a:lnTo>
                    <a:pt x="46092" y="389420"/>
                  </a:lnTo>
                  <a:lnTo>
                    <a:pt x="42401" y="388696"/>
                  </a:lnTo>
                  <a:lnTo>
                    <a:pt x="16772" y="373748"/>
                  </a:lnTo>
                  <a:lnTo>
                    <a:pt x="14113" y="371094"/>
                  </a:lnTo>
                  <a:lnTo>
                    <a:pt x="11737" y="368198"/>
                  </a:lnTo>
                  <a:lnTo>
                    <a:pt x="9649" y="365074"/>
                  </a:lnTo>
                  <a:lnTo>
                    <a:pt x="7560" y="361950"/>
                  </a:lnTo>
                  <a:lnTo>
                    <a:pt x="5798" y="358648"/>
                  </a:lnTo>
                  <a:lnTo>
                    <a:pt x="4361" y="355168"/>
                  </a:lnTo>
                  <a:lnTo>
                    <a:pt x="2922" y="351701"/>
                  </a:lnTo>
                  <a:lnTo>
                    <a:pt x="1835" y="348119"/>
                  </a:lnTo>
                  <a:lnTo>
                    <a:pt x="1101" y="344436"/>
                  </a:lnTo>
                  <a:lnTo>
                    <a:pt x="367" y="340753"/>
                  </a:lnTo>
                  <a:lnTo>
                    <a:pt x="0" y="337019"/>
                  </a:lnTo>
                  <a:lnTo>
                    <a:pt x="0" y="33326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12186" y="4463059"/>
              <a:ext cx="213995" cy="266065"/>
            </a:xfrm>
            <a:custGeom>
              <a:avLst/>
              <a:gdLst/>
              <a:ahLst/>
              <a:cxnLst/>
              <a:rect l="l" t="t" r="r" b="b"/>
              <a:pathLst>
                <a:path w="213994" h="266064">
                  <a:moveTo>
                    <a:pt x="213926" y="244081"/>
                  </a:moveTo>
                  <a:lnTo>
                    <a:pt x="194746" y="265811"/>
                  </a:lnTo>
                  <a:lnTo>
                    <a:pt x="185152" y="265811"/>
                  </a:lnTo>
                </a:path>
                <a:path w="213994" h="266064">
                  <a:moveTo>
                    <a:pt x="21054" y="265772"/>
                  </a:moveTo>
                  <a:lnTo>
                    <a:pt x="35" y="246557"/>
                  </a:lnTo>
                  <a:lnTo>
                    <a:pt x="0" y="238036"/>
                  </a:lnTo>
                </a:path>
                <a:path w="213994" h="266064">
                  <a:moveTo>
                    <a:pt x="0" y="21729"/>
                  </a:moveTo>
                  <a:lnTo>
                    <a:pt x="22120" y="177"/>
                  </a:lnTo>
                  <a:lnTo>
                    <a:pt x="27806" y="114"/>
                  </a:lnTo>
                </a:path>
                <a:path w="213994" h="266064">
                  <a:moveTo>
                    <a:pt x="89669" y="98018"/>
                  </a:moveTo>
                  <a:lnTo>
                    <a:pt x="172060" y="97993"/>
                  </a:lnTo>
                </a:path>
                <a:path w="213994" h="266064">
                  <a:moveTo>
                    <a:pt x="60191" y="139115"/>
                  </a:moveTo>
                  <a:lnTo>
                    <a:pt x="62567" y="142011"/>
                  </a:lnTo>
                </a:path>
                <a:path w="213994" h="266064">
                  <a:moveTo>
                    <a:pt x="60215" y="139090"/>
                  </a:moveTo>
                  <a:lnTo>
                    <a:pt x="58375" y="137350"/>
                  </a:lnTo>
                  <a:lnTo>
                    <a:pt x="56197" y="136359"/>
                  </a:lnTo>
                  <a:lnTo>
                    <a:pt x="53672" y="136131"/>
                  </a:lnTo>
                  <a:lnTo>
                    <a:pt x="51153" y="135902"/>
                  </a:lnTo>
                  <a:lnTo>
                    <a:pt x="41464" y="145910"/>
                  </a:lnTo>
                  <a:lnTo>
                    <a:pt x="41469" y="148297"/>
                  </a:lnTo>
                  <a:lnTo>
                    <a:pt x="42302" y="150685"/>
                  </a:lnTo>
                </a:path>
                <a:path w="213994" h="266064">
                  <a:moveTo>
                    <a:pt x="42292" y="150698"/>
                  </a:moveTo>
                  <a:lnTo>
                    <a:pt x="42903" y="152349"/>
                  </a:lnTo>
                  <a:lnTo>
                    <a:pt x="43855" y="153784"/>
                  </a:lnTo>
                  <a:lnTo>
                    <a:pt x="45144" y="154990"/>
                  </a:lnTo>
                </a:path>
                <a:path w="213994" h="266064">
                  <a:moveTo>
                    <a:pt x="45149" y="154990"/>
                  </a:moveTo>
                  <a:lnTo>
                    <a:pt x="45924" y="155752"/>
                  </a:lnTo>
                  <a:lnTo>
                    <a:pt x="47983" y="156997"/>
                  </a:lnTo>
                  <a:lnTo>
                    <a:pt x="49272" y="157365"/>
                  </a:lnTo>
                </a:path>
                <a:path w="213994" h="266064">
                  <a:moveTo>
                    <a:pt x="49277" y="157353"/>
                  </a:moveTo>
                  <a:lnTo>
                    <a:pt x="53698" y="158724"/>
                  </a:lnTo>
                  <a:lnTo>
                    <a:pt x="57492" y="157721"/>
                  </a:lnTo>
                  <a:lnTo>
                    <a:pt x="60667" y="154355"/>
                  </a:lnTo>
                </a:path>
                <a:path w="213994" h="266064">
                  <a:moveTo>
                    <a:pt x="60657" y="154355"/>
                  </a:moveTo>
                  <a:lnTo>
                    <a:pt x="62195" y="152679"/>
                  </a:lnTo>
                  <a:lnTo>
                    <a:pt x="63127" y="150723"/>
                  </a:lnTo>
                  <a:lnTo>
                    <a:pt x="63460" y="148475"/>
                  </a:lnTo>
                  <a:lnTo>
                    <a:pt x="63793" y="146240"/>
                  </a:lnTo>
                  <a:lnTo>
                    <a:pt x="63465" y="144094"/>
                  </a:lnTo>
                  <a:lnTo>
                    <a:pt x="62484" y="142049"/>
                  </a:lnTo>
                </a:path>
                <a:path w="213994" h="266064">
                  <a:moveTo>
                    <a:pt x="53682" y="87439"/>
                  </a:moveTo>
                  <a:lnTo>
                    <a:pt x="41424" y="97396"/>
                  </a:lnTo>
                  <a:lnTo>
                    <a:pt x="41469" y="99822"/>
                  </a:lnTo>
                  <a:lnTo>
                    <a:pt x="42357" y="102222"/>
                  </a:lnTo>
                  <a:lnTo>
                    <a:pt x="43244" y="104635"/>
                  </a:lnTo>
                  <a:lnTo>
                    <a:pt x="44782" y="106489"/>
                  </a:lnTo>
                  <a:lnTo>
                    <a:pt x="46976" y="107823"/>
                  </a:lnTo>
                </a:path>
                <a:path w="213994" h="266064">
                  <a:moveTo>
                    <a:pt x="53682" y="87414"/>
                  </a:moveTo>
                  <a:lnTo>
                    <a:pt x="55389" y="87617"/>
                  </a:lnTo>
                  <a:lnTo>
                    <a:pt x="56967" y="88188"/>
                  </a:lnTo>
                  <a:lnTo>
                    <a:pt x="58414" y="89115"/>
                  </a:lnTo>
                  <a:lnTo>
                    <a:pt x="59863" y="90043"/>
                  </a:lnTo>
                  <a:lnTo>
                    <a:pt x="63689" y="99187"/>
                  </a:lnTo>
                  <a:lnTo>
                    <a:pt x="63470" y="100850"/>
                  </a:lnTo>
                  <a:lnTo>
                    <a:pt x="62875" y="102463"/>
                  </a:lnTo>
                </a:path>
                <a:path w="213994" h="266064">
                  <a:moveTo>
                    <a:pt x="62851" y="102463"/>
                  </a:moveTo>
                  <a:lnTo>
                    <a:pt x="53032" y="109372"/>
                  </a:lnTo>
                  <a:lnTo>
                    <a:pt x="51440" y="109220"/>
                  </a:lnTo>
                  <a:lnTo>
                    <a:pt x="49852" y="109080"/>
                  </a:lnTo>
                  <a:lnTo>
                    <a:pt x="48355" y="108623"/>
                  </a:lnTo>
                  <a:lnTo>
                    <a:pt x="46960" y="107848"/>
                  </a:lnTo>
                </a:path>
                <a:path w="213994" h="266064">
                  <a:moveTo>
                    <a:pt x="213906" y="63944"/>
                  </a:moveTo>
                  <a:lnTo>
                    <a:pt x="149830" y="0"/>
                  </a:lnTo>
                </a:path>
                <a:path w="213994" h="266064">
                  <a:moveTo>
                    <a:pt x="213906" y="63944"/>
                  </a:moveTo>
                  <a:lnTo>
                    <a:pt x="168875" y="63995"/>
                  </a:lnTo>
                </a:path>
                <a:path w="213994" h="266064">
                  <a:moveTo>
                    <a:pt x="213906" y="63944"/>
                  </a:moveTo>
                  <a:lnTo>
                    <a:pt x="213926" y="244081"/>
                  </a:lnTo>
                </a:path>
                <a:path w="213994" h="266064">
                  <a:moveTo>
                    <a:pt x="89669" y="146913"/>
                  </a:moveTo>
                  <a:lnTo>
                    <a:pt x="172060" y="146862"/>
                  </a:lnTo>
                </a:path>
                <a:path w="213994" h="266064">
                  <a:moveTo>
                    <a:pt x="46295" y="204647"/>
                  </a:moveTo>
                  <a:lnTo>
                    <a:pt x="44033" y="203073"/>
                  </a:lnTo>
                  <a:lnTo>
                    <a:pt x="42580" y="200926"/>
                  </a:lnTo>
                  <a:lnTo>
                    <a:pt x="41945" y="198247"/>
                  </a:lnTo>
                  <a:lnTo>
                    <a:pt x="41305" y="195554"/>
                  </a:lnTo>
                  <a:lnTo>
                    <a:pt x="41642" y="193001"/>
                  </a:lnTo>
                  <a:lnTo>
                    <a:pt x="42957" y="190576"/>
                  </a:lnTo>
                </a:path>
                <a:path w="213994" h="266064">
                  <a:moveTo>
                    <a:pt x="46295" y="204647"/>
                  </a:moveTo>
                  <a:lnTo>
                    <a:pt x="46906" y="205041"/>
                  </a:lnTo>
                </a:path>
                <a:path w="213994" h="266064">
                  <a:moveTo>
                    <a:pt x="46906" y="205054"/>
                  </a:moveTo>
                  <a:lnTo>
                    <a:pt x="49178" y="206438"/>
                  </a:lnTo>
                  <a:lnTo>
                    <a:pt x="51624" y="206921"/>
                  </a:lnTo>
                  <a:lnTo>
                    <a:pt x="54253" y="206527"/>
                  </a:lnTo>
                  <a:lnTo>
                    <a:pt x="56882" y="206121"/>
                  </a:lnTo>
                  <a:lnTo>
                    <a:pt x="59075" y="204927"/>
                  </a:lnTo>
                  <a:lnTo>
                    <a:pt x="60826" y="202933"/>
                  </a:lnTo>
                  <a:lnTo>
                    <a:pt x="62583" y="200939"/>
                  </a:lnTo>
                  <a:lnTo>
                    <a:pt x="63491" y="198615"/>
                  </a:lnTo>
                  <a:lnTo>
                    <a:pt x="63549" y="195948"/>
                  </a:lnTo>
                  <a:lnTo>
                    <a:pt x="63609" y="193294"/>
                  </a:lnTo>
                  <a:lnTo>
                    <a:pt x="62810" y="190931"/>
                  </a:lnTo>
                  <a:lnTo>
                    <a:pt x="61144" y="188861"/>
                  </a:lnTo>
                  <a:lnTo>
                    <a:pt x="59481" y="186778"/>
                  </a:lnTo>
                  <a:lnTo>
                    <a:pt x="57344" y="185483"/>
                  </a:lnTo>
                  <a:lnTo>
                    <a:pt x="54739" y="184975"/>
                  </a:lnTo>
                  <a:lnTo>
                    <a:pt x="52129" y="184454"/>
                  </a:lnTo>
                  <a:lnTo>
                    <a:pt x="49664" y="184835"/>
                  </a:lnTo>
                  <a:lnTo>
                    <a:pt x="47332" y="186118"/>
                  </a:lnTo>
                </a:path>
                <a:path w="213994" h="266064">
                  <a:moveTo>
                    <a:pt x="47337" y="186131"/>
                  </a:moveTo>
                  <a:lnTo>
                    <a:pt x="45501" y="187236"/>
                  </a:lnTo>
                  <a:lnTo>
                    <a:pt x="44023" y="188709"/>
                  </a:lnTo>
                  <a:lnTo>
                    <a:pt x="42912" y="190550"/>
                  </a:lnTo>
                </a:path>
                <a:path w="213994" h="266064">
                  <a:moveTo>
                    <a:pt x="89208" y="195491"/>
                  </a:moveTo>
                  <a:lnTo>
                    <a:pt x="172060" y="195402"/>
                  </a:lnTo>
                </a:path>
                <a:path w="213994" h="266064">
                  <a:moveTo>
                    <a:pt x="168875" y="64058"/>
                  </a:moveTo>
                  <a:lnTo>
                    <a:pt x="165869" y="64147"/>
                  </a:lnTo>
                  <a:lnTo>
                    <a:pt x="162996" y="63563"/>
                  </a:lnTo>
                  <a:lnTo>
                    <a:pt x="160263" y="62306"/>
                  </a:lnTo>
                  <a:lnTo>
                    <a:pt x="157525" y="61048"/>
                  </a:lnTo>
                  <a:lnTo>
                    <a:pt x="155213" y="59258"/>
                  </a:lnTo>
                  <a:lnTo>
                    <a:pt x="153318" y="56921"/>
                  </a:lnTo>
                  <a:lnTo>
                    <a:pt x="151423" y="54584"/>
                  </a:lnTo>
                  <a:lnTo>
                    <a:pt x="150143" y="51943"/>
                  </a:lnTo>
                  <a:lnTo>
                    <a:pt x="149482" y="49009"/>
                  </a:lnTo>
                  <a:lnTo>
                    <a:pt x="148818" y="46075"/>
                  </a:lnTo>
                  <a:lnTo>
                    <a:pt x="148844" y="43141"/>
                  </a:lnTo>
                  <a:lnTo>
                    <a:pt x="149552" y="40220"/>
                  </a:lnTo>
                </a:path>
                <a:path w="213994" h="266064">
                  <a:moveTo>
                    <a:pt x="149165" y="40132"/>
                  </a:moveTo>
                  <a:lnTo>
                    <a:pt x="149120" y="0"/>
                  </a:lnTo>
                </a:path>
                <a:path w="213994" h="266064">
                  <a:moveTo>
                    <a:pt x="185152" y="265811"/>
                  </a:moveTo>
                  <a:lnTo>
                    <a:pt x="21054" y="265772"/>
                  </a:lnTo>
                </a:path>
                <a:path w="213994" h="266064">
                  <a:moveTo>
                    <a:pt x="0" y="238036"/>
                  </a:moveTo>
                  <a:lnTo>
                    <a:pt x="0" y="21729"/>
                  </a:lnTo>
                </a:path>
                <a:path w="213994" h="266064">
                  <a:moveTo>
                    <a:pt x="27806" y="114"/>
                  </a:moveTo>
                  <a:lnTo>
                    <a:pt x="149120" y="0"/>
                  </a:lnTo>
                </a:path>
              </a:pathLst>
            </a:custGeom>
            <a:ln w="11774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183283" y="4442618"/>
            <a:ext cx="4559300" cy="1043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60" b="1">
                <a:solidFill>
                  <a:srgbClr val="262424"/>
                </a:solidFill>
                <a:latin typeface="Tahoma"/>
                <a:cs typeface="Tahoma"/>
              </a:rPr>
              <a:t>View</a:t>
            </a:r>
            <a:r>
              <a:rPr dirty="0" sz="1750" spc="-17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90" b="1">
                <a:solidFill>
                  <a:srgbClr val="262424"/>
                </a:solidFill>
                <a:latin typeface="Tahoma"/>
                <a:cs typeface="Tahoma"/>
              </a:rPr>
              <a:t>actuator</a:t>
            </a:r>
            <a:r>
              <a:rPr dirty="0" sz="1750" spc="-17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80" b="1">
                <a:solidFill>
                  <a:srgbClr val="262424"/>
                </a:solidFill>
                <a:latin typeface="Tahoma"/>
                <a:cs typeface="Tahoma"/>
              </a:rPr>
              <a:t>list</a:t>
            </a:r>
            <a:r>
              <a:rPr dirty="0" sz="1750" spc="-17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75" b="1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750" spc="-17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85" b="1">
                <a:solidFill>
                  <a:srgbClr val="262424"/>
                </a:solidFill>
                <a:latin typeface="Tahoma"/>
                <a:cs typeface="Tahoma"/>
              </a:rPr>
              <a:t>current</a:t>
            </a:r>
            <a:r>
              <a:rPr dirty="0" sz="1750" spc="-17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62424"/>
                </a:solidFill>
                <a:latin typeface="Tahoma"/>
                <a:cs typeface="Tahoma"/>
              </a:rPr>
              <a:t>states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50" spc="-70" b="1">
                <a:solidFill>
                  <a:srgbClr val="262424"/>
                </a:solidFill>
                <a:latin typeface="Tahoma"/>
                <a:cs typeface="Tahoma"/>
              </a:rPr>
              <a:t>Track</a:t>
            </a:r>
            <a:r>
              <a:rPr dirty="0" sz="1750" spc="-15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90" b="1">
                <a:solidFill>
                  <a:srgbClr val="262424"/>
                </a:solidFill>
                <a:latin typeface="Tahoma"/>
                <a:cs typeface="Tahoma"/>
              </a:rPr>
              <a:t>activation</a:t>
            </a:r>
            <a:r>
              <a:rPr dirty="0" sz="17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75" b="1">
                <a:solidFill>
                  <a:srgbClr val="262424"/>
                </a:solidFill>
                <a:latin typeface="Tahoma"/>
                <a:cs typeface="Tahoma"/>
              </a:rPr>
              <a:t>history</a:t>
            </a:r>
            <a:r>
              <a:rPr dirty="0" sz="1750" spc="-15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100" b="1">
                <a:solidFill>
                  <a:srgbClr val="262424"/>
                </a:solidFill>
                <a:latin typeface="Tahoma"/>
                <a:cs typeface="Tahoma"/>
              </a:rPr>
              <a:t>through</a:t>
            </a:r>
            <a:r>
              <a:rPr dirty="0" sz="17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55" b="1">
                <a:solidFill>
                  <a:srgbClr val="262424"/>
                </a:solidFill>
                <a:latin typeface="Tahoma"/>
                <a:cs typeface="Tahoma"/>
              </a:rPr>
              <a:t>system</a:t>
            </a:r>
            <a:r>
              <a:rPr dirty="0" sz="17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20" b="1">
                <a:solidFill>
                  <a:srgbClr val="262424"/>
                </a:solidFill>
                <a:latin typeface="Tahoma"/>
                <a:cs typeface="Tahoma"/>
              </a:rPr>
              <a:t>logs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19125" y="5153025"/>
            <a:ext cx="400050" cy="400050"/>
            <a:chOff x="619125" y="5153025"/>
            <a:chExt cx="400050" cy="400050"/>
          </a:xfrm>
        </p:grpSpPr>
        <p:sp>
          <p:nvSpPr>
            <p:cNvPr id="12" name="object 12" descr=""/>
            <p:cNvSpPr/>
            <p:nvPr/>
          </p:nvSpPr>
          <p:spPr>
            <a:xfrm>
              <a:off x="623887" y="5157787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37026" y="0"/>
                  </a:moveTo>
                  <a:lnTo>
                    <a:pt x="53498" y="0"/>
                  </a:lnTo>
                  <a:lnTo>
                    <a:pt x="49777" y="368"/>
                  </a:lnTo>
                  <a:lnTo>
                    <a:pt x="14113" y="19428"/>
                  </a:lnTo>
                  <a:lnTo>
                    <a:pt x="0" y="53500"/>
                  </a:lnTo>
                  <a:lnTo>
                    <a:pt x="0" y="333261"/>
                  </a:lnTo>
                  <a:lnTo>
                    <a:pt x="0" y="337022"/>
                  </a:lnTo>
                  <a:lnTo>
                    <a:pt x="19432" y="376411"/>
                  </a:lnTo>
                  <a:lnTo>
                    <a:pt x="53498" y="390521"/>
                  </a:lnTo>
                  <a:lnTo>
                    <a:pt x="337026" y="390521"/>
                  </a:lnTo>
                  <a:lnTo>
                    <a:pt x="376411" y="371094"/>
                  </a:lnTo>
                  <a:lnTo>
                    <a:pt x="390525" y="337022"/>
                  </a:lnTo>
                  <a:lnTo>
                    <a:pt x="390525" y="53500"/>
                  </a:lnTo>
                  <a:lnTo>
                    <a:pt x="371092" y="14109"/>
                  </a:lnTo>
                  <a:lnTo>
                    <a:pt x="340747" y="368"/>
                  </a:lnTo>
                  <a:lnTo>
                    <a:pt x="337026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23887" y="5157787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0" y="333261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7" y="49773"/>
                  </a:lnTo>
                  <a:lnTo>
                    <a:pt x="1101" y="46088"/>
                  </a:lnTo>
                  <a:lnTo>
                    <a:pt x="1835" y="42401"/>
                  </a:lnTo>
                  <a:lnTo>
                    <a:pt x="2922" y="38820"/>
                  </a:lnTo>
                  <a:lnTo>
                    <a:pt x="4361" y="35347"/>
                  </a:lnTo>
                  <a:lnTo>
                    <a:pt x="5798" y="31874"/>
                  </a:lnTo>
                  <a:lnTo>
                    <a:pt x="7560" y="28571"/>
                  </a:lnTo>
                  <a:lnTo>
                    <a:pt x="9649" y="25445"/>
                  </a:lnTo>
                  <a:lnTo>
                    <a:pt x="11737" y="22320"/>
                  </a:lnTo>
                  <a:lnTo>
                    <a:pt x="14113" y="19428"/>
                  </a:lnTo>
                  <a:lnTo>
                    <a:pt x="16772" y="16769"/>
                  </a:lnTo>
                  <a:lnTo>
                    <a:pt x="19432" y="14109"/>
                  </a:lnTo>
                  <a:lnTo>
                    <a:pt x="22324" y="11734"/>
                  </a:lnTo>
                  <a:lnTo>
                    <a:pt x="25449" y="9652"/>
                  </a:lnTo>
                  <a:lnTo>
                    <a:pt x="28575" y="7556"/>
                  </a:lnTo>
                  <a:lnTo>
                    <a:pt x="31874" y="5791"/>
                  </a:lnTo>
                  <a:lnTo>
                    <a:pt x="53498" y="0"/>
                  </a:lnTo>
                  <a:lnTo>
                    <a:pt x="57259" y="0"/>
                  </a:lnTo>
                  <a:lnTo>
                    <a:pt x="333265" y="0"/>
                  </a:lnTo>
                  <a:lnTo>
                    <a:pt x="337026" y="0"/>
                  </a:lnTo>
                  <a:lnTo>
                    <a:pt x="340747" y="368"/>
                  </a:lnTo>
                  <a:lnTo>
                    <a:pt x="344432" y="1092"/>
                  </a:lnTo>
                  <a:lnTo>
                    <a:pt x="348123" y="1828"/>
                  </a:lnTo>
                  <a:lnTo>
                    <a:pt x="351706" y="2921"/>
                  </a:lnTo>
                  <a:lnTo>
                    <a:pt x="355178" y="4356"/>
                  </a:lnTo>
                  <a:lnTo>
                    <a:pt x="358650" y="5791"/>
                  </a:lnTo>
                  <a:lnTo>
                    <a:pt x="361950" y="7556"/>
                  </a:lnTo>
                  <a:lnTo>
                    <a:pt x="365075" y="9652"/>
                  </a:lnTo>
                  <a:lnTo>
                    <a:pt x="368200" y="11734"/>
                  </a:lnTo>
                  <a:lnTo>
                    <a:pt x="371092" y="14109"/>
                  </a:lnTo>
                  <a:lnTo>
                    <a:pt x="373752" y="16769"/>
                  </a:lnTo>
                  <a:lnTo>
                    <a:pt x="376411" y="19428"/>
                  </a:lnTo>
                  <a:lnTo>
                    <a:pt x="378787" y="22320"/>
                  </a:lnTo>
                  <a:lnTo>
                    <a:pt x="380875" y="25445"/>
                  </a:lnTo>
                  <a:lnTo>
                    <a:pt x="382964" y="28571"/>
                  </a:lnTo>
                  <a:lnTo>
                    <a:pt x="384726" y="31874"/>
                  </a:lnTo>
                  <a:lnTo>
                    <a:pt x="386163" y="35347"/>
                  </a:lnTo>
                  <a:lnTo>
                    <a:pt x="387602" y="38820"/>
                  </a:lnTo>
                  <a:lnTo>
                    <a:pt x="388689" y="42401"/>
                  </a:lnTo>
                  <a:lnTo>
                    <a:pt x="389423" y="46088"/>
                  </a:lnTo>
                  <a:lnTo>
                    <a:pt x="390157" y="49773"/>
                  </a:lnTo>
                  <a:lnTo>
                    <a:pt x="390525" y="53500"/>
                  </a:lnTo>
                  <a:lnTo>
                    <a:pt x="390525" y="57260"/>
                  </a:lnTo>
                  <a:lnTo>
                    <a:pt x="390525" y="333261"/>
                  </a:lnTo>
                  <a:lnTo>
                    <a:pt x="390525" y="337022"/>
                  </a:lnTo>
                  <a:lnTo>
                    <a:pt x="390157" y="340747"/>
                  </a:lnTo>
                  <a:lnTo>
                    <a:pt x="389423" y="344434"/>
                  </a:lnTo>
                  <a:lnTo>
                    <a:pt x="388689" y="348119"/>
                  </a:lnTo>
                  <a:lnTo>
                    <a:pt x="387602" y="351701"/>
                  </a:lnTo>
                  <a:lnTo>
                    <a:pt x="386163" y="355174"/>
                  </a:lnTo>
                  <a:lnTo>
                    <a:pt x="384726" y="358646"/>
                  </a:lnTo>
                  <a:lnTo>
                    <a:pt x="382964" y="361951"/>
                  </a:lnTo>
                  <a:lnTo>
                    <a:pt x="380875" y="365076"/>
                  </a:lnTo>
                  <a:lnTo>
                    <a:pt x="378787" y="368202"/>
                  </a:lnTo>
                  <a:lnTo>
                    <a:pt x="365075" y="380871"/>
                  </a:lnTo>
                  <a:lnTo>
                    <a:pt x="361950" y="382960"/>
                  </a:lnTo>
                  <a:lnTo>
                    <a:pt x="358650" y="384726"/>
                  </a:lnTo>
                  <a:lnTo>
                    <a:pt x="355178" y="386165"/>
                  </a:lnTo>
                  <a:lnTo>
                    <a:pt x="351706" y="387604"/>
                  </a:lnTo>
                  <a:lnTo>
                    <a:pt x="333265" y="390526"/>
                  </a:lnTo>
                  <a:lnTo>
                    <a:pt x="57259" y="390526"/>
                  </a:lnTo>
                  <a:lnTo>
                    <a:pt x="25449" y="380871"/>
                  </a:lnTo>
                  <a:lnTo>
                    <a:pt x="22324" y="378783"/>
                  </a:lnTo>
                  <a:lnTo>
                    <a:pt x="9649" y="365076"/>
                  </a:lnTo>
                  <a:lnTo>
                    <a:pt x="7560" y="361951"/>
                  </a:lnTo>
                  <a:lnTo>
                    <a:pt x="5798" y="358646"/>
                  </a:lnTo>
                  <a:lnTo>
                    <a:pt x="4361" y="355174"/>
                  </a:lnTo>
                  <a:lnTo>
                    <a:pt x="2922" y="351701"/>
                  </a:lnTo>
                  <a:lnTo>
                    <a:pt x="1835" y="348119"/>
                  </a:lnTo>
                  <a:lnTo>
                    <a:pt x="1101" y="344434"/>
                  </a:lnTo>
                  <a:lnTo>
                    <a:pt x="367" y="340747"/>
                  </a:lnTo>
                  <a:lnTo>
                    <a:pt x="0" y="337022"/>
                  </a:lnTo>
                  <a:lnTo>
                    <a:pt x="0" y="333261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86247" y="5239539"/>
              <a:ext cx="266065" cy="217804"/>
            </a:xfrm>
            <a:custGeom>
              <a:avLst/>
              <a:gdLst/>
              <a:ahLst/>
              <a:cxnLst/>
              <a:rect l="l" t="t" r="r" b="b"/>
              <a:pathLst>
                <a:path w="266065" h="217804">
                  <a:moveTo>
                    <a:pt x="8" y="185425"/>
                  </a:moveTo>
                  <a:lnTo>
                    <a:pt x="22600" y="216504"/>
                  </a:lnTo>
                  <a:lnTo>
                    <a:pt x="35206" y="217760"/>
                  </a:lnTo>
                  <a:lnTo>
                    <a:pt x="43333" y="217794"/>
                  </a:lnTo>
                </a:path>
                <a:path w="266065" h="217804">
                  <a:moveTo>
                    <a:pt x="231273" y="217789"/>
                  </a:moveTo>
                  <a:lnTo>
                    <a:pt x="264363" y="195421"/>
                  </a:lnTo>
                  <a:lnTo>
                    <a:pt x="265742" y="186804"/>
                  </a:lnTo>
                  <a:lnTo>
                    <a:pt x="265781" y="172154"/>
                  </a:lnTo>
                </a:path>
                <a:path w="266065" h="217804">
                  <a:moveTo>
                    <a:pt x="265776" y="31724"/>
                  </a:moveTo>
                  <a:lnTo>
                    <a:pt x="241750" y="858"/>
                  </a:lnTo>
                  <a:lnTo>
                    <a:pt x="227989" y="5"/>
                  </a:lnTo>
                  <a:lnTo>
                    <a:pt x="214797" y="0"/>
                  </a:lnTo>
                </a:path>
                <a:path w="266065" h="217804">
                  <a:moveTo>
                    <a:pt x="33129" y="0"/>
                  </a:moveTo>
                  <a:lnTo>
                    <a:pt x="942" y="23822"/>
                  </a:lnTo>
                  <a:lnTo>
                    <a:pt x="227" y="27692"/>
                  </a:lnTo>
                  <a:lnTo>
                    <a:pt x="63" y="29314"/>
                  </a:lnTo>
                </a:path>
                <a:path w="266065" h="217804">
                  <a:moveTo>
                    <a:pt x="265805" y="51365"/>
                  </a:moveTo>
                  <a:lnTo>
                    <a:pt x="0" y="51365"/>
                  </a:lnTo>
                </a:path>
                <a:path w="266065" h="217804">
                  <a:moveTo>
                    <a:pt x="0" y="58266"/>
                  </a:moveTo>
                  <a:lnTo>
                    <a:pt x="8" y="185425"/>
                  </a:lnTo>
                </a:path>
                <a:path w="266065" h="217804">
                  <a:moveTo>
                    <a:pt x="44643" y="87252"/>
                  </a:moveTo>
                  <a:lnTo>
                    <a:pt x="80366" y="123090"/>
                  </a:lnTo>
                </a:path>
                <a:path w="266065" h="217804">
                  <a:moveTo>
                    <a:pt x="45093" y="158828"/>
                  </a:moveTo>
                  <a:lnTo>
                    <a:pt x="80366" y="123090"/>
                  </a:lnTo>
                </a:path>
                <a:path w="266065" h="217804">
                  <a:moveTo>
                    <a:pt x="95825" y="159543"/>
                  </a:moveTo>
                  <a:lnTo>
                    <a:pt x="135661" y="159553"/>
                  </a:lnTo>
                </a:path>
                <a:path w="266065" h="217804">
                  <a:moveTo>
                    <a:pt x="43333" y="217794"/>
                  </a:moveTo>
                  <a:lnTo>
                    <a:pt x="231273" y="217789"/>
                  </a:lnTo>
                </a:path>
                <a:path w="266065" h="217804">
                  <a:moveTo>
                    <a:pt x="265781" y="172154"/>
                  </a:moveTo>
                  <a:lnTo>
                    <a:pt x="265776" y="31724"/>
                  </a:lnTo>
                </a:path>
                <a:path w="266065" h="217804">
                  <a:moveTo>
                    <a:pt x="214797" y="0"/>
                  </a:moveTo>
                  <a:lnTo>
                    <a:pt x="33129" y="0"/>
                  </a:lnTo>
                </a:path>
                <a:path w="266065" h="217804">
                  <a:moveTo>
                    <a:pt x="63" y="29314"/>
                  </a:moveTo>
                  <a:lnTo>
                    <a:pt x="0" y="58266"/>
                  </a:lnTo>
                </a:path>
              </a:pathLst>
            </a:custGeom>
            <a:ln w="11773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1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50" spc="-175"/>
              <a:t>Rule</a:t>
            </a:r>
            <a:r>
              <a:rPr dirty="0" sz="3450" spc="-355"/>
              <a:t> </a:t>
            </a:r>
            <a:r>
              <a:rPr dirty="0" sz="3450" spc="-130"/>
              <a:t>Management</a:t>
            </a:r>
            <a:r>
              <a:rPr dirty="0" sz="3450" spc="-355"/>
              <a:t> </a:t>
            </a:r>
            <a:r>
              <a:rPr dirty="0" sz="3450" spc="-70"/>
              <a:t>Stories</a:t>
            </a:r>
            <a:endParaRPr sz="3450"/>
          </a:p>
        </p:txBody>
      </p:sp>
      <p:grpSp>
        <p:nvGrpSpPr>
          <p:cNvPr id="3" name="object 3" descr=""/>
          <p:cNvGrpSpPr/>
          <p:nvPr/>
        </p:nvGrpSpPr>
        <p:grpSpPr>
          <a:xfrm>
            <a:off x="619124" y="1753492"/>
            <a:ext cx="5010150" cy="523875"/>
            <a:chOff x="619124" y="1753492"/>
            <a:chExt cx="5010150" cy="523875"/>
          </a:xfrm>
        </p:grpSpPr>
        <p:sp>
          <p:nvSpPr>
            <p:cNvPr id="4" name="object 4" descr=""/>
            <p:cNvSpPr/>
            <p:nvPr/>
          </p:nvSpPr>
          <p:spPr>
            <a:xfrm>
              <a:off x="890587" y="1928812"/>
              <a:ext cx="4733925" cy="171450"/>
            </a:xfrm>
            <a:custGeom>
              <a:avLst/>
              <a:gdLst/>
              <a:ahLst/>
              <a:cxnLst/>
              <a:rect l="l" t="t" r="r" b="b"/>
              <a:pathLst>
                <a:path w="4733925" h="171450">
                  <a:moveTo>
                    <a:pt x="4680423" y="171449"/>
                  </a:moveTo>
                  <a:lnTo>
                    <a:pt x="53501" y="171449"/>
                  </a:lnTo>
                  <a:lnTo>
                    <a:pt x="49777" y="171082"/>
                  </a:lnTo>
                  <a:lnTo>
                    <a:pt x="14112" y="152020"/>
                  </a:lnTo>
                  <a:lnTo>
                    <a:pt x="0" y="117948"/>
                  </a:lnTo>
                  <a:lnTo>
                    <a:pt x="0" y="114189"/>
                  </a:lnTo>
                  <a:lnTo>
                    <a:pt x="0" y="53500"/>
                  </a:lnTo>
                  <a:lnTo>
                    <a:pt x="19429" y="14112"/>
                  </a:lnTo>
                  <a:lnTo>
                    <a:pt x="53501" y="0"/>
                  </a:lnTo>
                  <a:lnTo>
                    <a:pt x="4680423" y="0"/>
                  </a:lnTo>
                  <a:lnTo>
                    <a:pt x="4719811" y="19429"/>
                  </a:lnTo>
                  <a:lnTo>
                    <a:pt x="4733924" y="53500"/>
                  </a:lnTo>
                  <a:lnTo>
                    <a:pt x="4733924" y="117948"/>
                  </a:lnTo>
                  <a:lnTo>
                    <a:pt x="4714493" y="157337"/>
                  </a:lnTo>
                  <a:lnTo>
                    <a:pt x="4684146" y="171082"/>
                  </a:lnTo>
                  <a:lnTo>
                    <a:pt x="4680423" y="1714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0587" y="1928812"/>
              <a:ext cx="4733925" cy="171450"/>
            </a:xfrm>
            <a:custGeom>
              <a:avLst/>
              <a:gdLst/>
              <a:ahLst/>
              <a:cxnLst/>
              <a:rect l="l" t="t" r="r" b="b"/>
              <a:pathLst>
                <a:path w="4733925" h="171450">
                  <a:moveTo>
                    <a:pt x="0" y="114189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6" y="49777"/>
                  </a:lnTo>
                  <a:lnTo>
                    <a:pt x="1100" y="46089"/>
                  </a:lnTo>
                  <a:lnTo>
                    <a:pt x="1833" y="42401"/>
                  </a:lnTo>
                  <a:lnTo>
                    <a:pt x="2919" y="38821"/>
                  </a:lnTo>
                  <a:lnTo>
                    <a:pt x="4358" y="35347"/>
                  </a:lnTo>
                  <a:lnTo>
                    <a:pt x="5797" y="31874"/>
                  </a:lnTo>
                  <a:lnTo>
                    <a:pt x="7561" y="28574"/>
                  </a:lnTo>
                  <a:lnTo>
                    <a:pt x="9650" y="25448"/>
                  </a:lnTo>
                  <a:lnTo>
                    <a:pt x="11739" y="22322"/>
                  </a:lnTo>
                  <a:lnTo>
                    <a:pt x="14112" y="19429"/>
                  </a:lnTo>
                  <a:lnTo>
                    <a:pt x="16771" y="16771"/>
                  </a:lnTo>
                  <a:lnTo>
                    <a:pt x="19429" y="14112"/>
                  </a:lnTo>
                  <a:lnTo>
                    <a:pt x="22322" y="11738"/>
                  </a:lnTo>
                  <a:lnTo>
                    <a:pt x="25448" y="9649"/>
                  </a:lnTo>
                  <a:lnTo>
                    <a:pt x="28574" y="7561"/>
                  </a:lnTo>
                  <a:lnTo>
                    <a:pt x="31874" y="5797"/>
                  </a:lnTo>
                  <a:lnTo>
                    <a:pt x="35347" y="4358"/>
                  </a:lnTo>
                  <a:lnTo>
                    <a:pt x="38821" y="2919"/>
                  </a:lnTo>
                  <a:lnTo>
                    <a:pt x="42402" y="1833"/>
                  </a:lnTo>
                  <a:lnTo>
                    <a:pt x="46089" y="1100"/>
                  </a:lnTo>
                  <a:lnTo>
                    <a:pt x="49777" y="366"/>
                  </a:lnTo>
                  <a:lnTo>
                    <a:pt x="53501" y="0"/>
                  </a:lnTo>
                  <a:lnTo>
                    <a:pt x="57260" y="0"/>
                  </a:lnTo>
                  <a:lnTo>
                    <a:pt x="4676663" y="0"/>
                  </a:lnTo>
                  <a:lnTo>
                    <a:pt x="4680423" y="0"/>
                  </a:lnTo>
                  <a:lnTo>
                    <a:pt x="4684146" y="366"/>
                  </a:lnTo>
                  <a:lnTo>
                    <a:pt x="4687834" y="1100"/>
                  </a:lnTo>
                  <a:lnTo>
                    <a:pt x="4691522" y="1833"/>
                  </a:lnTo>
                  <a:lnTo>
                    <a:pt x="4695102" y="2919"/>
                  </a:lnTo>
                  <a:lnTo>
                    <a:pt x="4698576" y="4358"/>
                  </a:lnTo>
                  <a:lnTo>
                    <a:pt x="4702049" y="5797"/>
                  </a:lnTo>
                  <a:lnTo>
                    <a:pt x="4705349" y="7561"/>
                  </a:lnTo>
                  <a:lnTo>
                    <a:pt x="4708475" y="9649"/>
                  </a:lnTo>
                  <a:lnTo>
                    <a:pt x="4711602" y="11738"/>
                  </a:lnTo>
                  <a:lnTo>
                    <a:pt x="4714494" y="14112"/>
                  </a:lnTo>
                  <a:lnTo>
                    <a:pt x="4717153" y="16771"/>
                  </a:lnTo>
                  <a:lnTo>
                    <a:pt x="4719811" y="19429"/>
                  </a:lnTo>
                  <a:lnTo>
                    <a:pt x="4729565" y="35347"/>
                  </a:lnTo>
                  <a:lnTo>
                    <a:pt x="4731003" y="38821"/>
                  </a:lnTo>
                  <a:lnTo>
                    <a:pt x="4732089" y="42402"/>
                  </a:lnTo>
                  <a:lnTo>
                    <a:pt x="4732823" y="46089"/>
                  </a:lnTo>
                  <a:lnTo>
                    <a:pt x="4733557" y="49777"/>
                  </a:lnTo>
                  <a:lnTo>
                    <a:pt x="4733924" y="53500"/>
                  </a:lnTo>
                  <a:lnTo>
                    <a:pt x="4733924" y="57260"/>
                  </a:lnTo>
                  <a:lnTo>
                    <a:pt x="4733924" y="114189"/>
                  </a:lnTo>
                  <a:lnTo>
                    <a:pt x="4733924" y="117948"/>
                  </a:lnTo>
                  <a:lnTo>
                    <a:pt x="4733557" y="121672"/>
                  </a:lnTo>
                  <a:lnTo>
                    <a:pt x="4732823" y="125359"/>
                  </a:lnTo>
                  <a:lnTo>
                    <a:pt x="4732089" y="129047"/>
                  </a:lnTo>
                  <a:lnTo>
                    <a:pt x="4731003" y="132628"/>
                  </a:lnTo>
                  <a:lnTo>
                    <a:pt x="4729565" y="136101"/>
                  </a:lnTo>
                  <a:lnTo>
                    <a:pt x="4728126" y="139575"/>
                  </a:lnTo>
                  <a:lnTo>
                    <a:pt x="4726362" y="142874"/>
                  </a:lnTo>
                  <a:lnTo>
                    <a:pt x="4724273" y="146001"/>
                  </a:lnTo>
                  <a:lnTo>
                    <a:pt x="4722184" y="149127"/>
                  </a:lnTo>
                  <a:lnTo>
                    <a:pt x="4708475" y="161799"/>
                  </a:lnTo>
                  <a:lnTo>
                    <a:pt x="4705349" y="163888"/>
                  </a:lnTo>
                  <a:lnTo>
                    <a:pt x="4687834" y="170349"/>
                  </a:lnTo>
                  <a:lnTo>
                    <a:pt x="4684146" y="171082"/>
                  </a:lnTo>
                  <a:lnTo>
                    <a:pt x="4680423" y="171449"/>
                  </a:lnTo>
                  <a:lnTo>
                    <a:pt x="4676663" y="171449"/>
                  </a:lnTo>
                  <a:lnTo>
                    <a:pt x="57260" y="171449"/>
                  </a:lnTo>
                  <a:lnTo>
                    <a:pt x="19429" y="157337"/>
                  </a:lnTo>
                  <a:lnTo>
                    <a:pt x="9650" y="146001"/>
                  </a:lnTo>
                  <a:lnTo>
                    <a:pt x="7561" y="142875"/>
                  </a:lnTo>
                  <a:lnTo>
                    <a:pt x="1100" y="125360"/>
                  </a:lnTo>
                  <a:lnTo>
                    <a:pt x="366" y="121672"/>
                  </a:lnTo>
                  <a:lnTo>
                    <a:pt x="0" y="117948"/>
                  </a:lnTo>
                  <a:lnTo>
                    <a:pt x="0" y="114189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3887" y="1758255"/>
              <a:ext cx="523875" cy="514350"/>
            </a:xfrm>
            <a:custGeom>
              <a:avLst/>
              <a:gdLst/>
              <a:ahLst/>
              <a:cxnLst/>
              <a:rect l="l" t="t" r="r" b="b"/>
              <a:pathLst>
                <a:path w="523875" h="514350">
                  <a:moveTo>
                    <a:pt x="275122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40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75122" y="0"/>
                  </a:lnTo>
                  <a:lnTo>
                    <a:pt x="325133" y="6584"/>
                  </a:lnTo>
                  <a:lnTo>
                    <a:pt x="372898" y="22799"/>
                  </a:lnTo>
                  <a:lnTo>
                    <a:pt x="416582" y="48021"/>
                  </a:lnTo>
                  <a:lnTo>
                    <a:pt x="454505" y="81280"/>
                  </a:lnTo>
                  <a:lnTo>
                    <a:pt x="485212" y="121299"/>
                  </a:lnTo>
                  <a:lnTo>
                    <a:pt x="507521" y="166540"/>
                  </a:lnTo>
                  <a:lnTo>
                    <a:pt x="520576" y="215263"/>
                  </a:lnTo>
                  <a:lnTo>
                    <a:pt x="523874" y="248752"/>
                  </a:lnTo>
                  <a:lnTo>
                    <a:pt x="523874" y="265597"/>
                  </a:lnTo>
                  <a:lnTo>
                    <a:pt x="517290" y="315608"/>
                  </a:lnTo>
                  <a:lnTo>
                    <a:pt x="501075" y="363373"/>
                  </a:lnTo>
                  <a:lnTo>
                    <a:pt x="475853" y="407057"/>
                  </a:lnTo>
                  <a:lnTo>
                    <a:pt x="442594" y="444980"/>
                  </a:lnTo>
                  <a:lnTo>
                    <a:pt x="402575" y="475687"/>
                  </a:lnTo>
                  <a:lnTo>
                    <a:pt x="357334" y="497996"/>
                  </a:lnTo>
                  <a:lnTo>
                    <a:pt x="308611" y="511051"/>
                  </a:lnTo>
                  <a:lnTo>
                    <a:pt x="283525" y="513937"/>
                  </a:lnTo>
                  <a:lnTo>
                    <a:pt x="275122" y="5143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3887" y="1758255"/>
              <a:ext cx="523875" cy="514350"/>
            </a:xfrm>
            <a:custGeom>
              <a:avLst/>
              <a:gdLst/>
              <a:ahLst/>
              <a:cxnLst/>
              <a:rect l="l" t="t" r="r" b="b"/>
              <a:pathLst>
                <a:path w="523875" h="514350">
                  <a:moveTo>
                    <a:pt x="0" y="257174"/>
                  </a:moveTo>
                  <a:lnTo>
                    <a:pt x="0" y="248752"/>
                  </a:lnTo>
                  <a:lnTo>
                    <a:pt x="412" y="240349"/>
                  </a:lnTo>
                  <a:lnTo>
                    <a:pt x="1238" y="231967"/>
                  </a:lnTo>
                  <a:lnTo>
                    <a:pt x="2063" y="223585"/>
                  </a:lnTo>
                  <a:lnTo>
                    <a:pt x="11073" y="182521"/>
                  </a:lnTo>
                  <a:lnTo>
                    <a:pt x="26396" y="143371"/>
                  </a:lnTo>
                  <a:lnTo>
                    <a:pt x="30366" y="135943"/>
                  </a:lnTo>
                  <a:lnTo>
                    <a:pt x="34337" y="128515"/>
                  </a:lnTo>
                  <a:lnTo>
                    <a:pt x="58376" y="94024"/>
                  </a:lnTo>
                  <a:lnTo>
                    <a:pt x="63719" y="87513"/>
                  </a:lnTo>
                  <a:lnTo>
                    <a:pt x="94024" y="58376"/>
                  </a:lnTo>
                  <a:lnTo>
                    <a:pt x="128515" y="34337"/>
                  </a:lnTo>
                  <a:lnTo>
                    <a:pt x="135943" y="30366"/>
                  </a:lnTo>
                  <a:lnTo>
                    <a:pt x="143371" y="26396"/>
                  </a:lnTo>
                  <a:lnTo>
                    <a:pt x="182520" y="11073"/>
                  </a:lnTo>
                  <a:lnTo>
                    <a:pt x="223585" y="2063"/>
                  </a:lnTo>
                  <a:lnTo>
                    <a:pt x="231967" y="1238"/>
                  </a:lnTo>
                  <a:lnTo>
                    <a:pt x="240349" y="412"/>
                  </a:lnTo>
                  <a:lnTo>
                    <a:pt x="248752" y="0"/>
                  </a:lnTo>
                  <a:lnTo>
                    <a:pt x="257174" y="0"/>
                  </a:lnTo>
                  <a:lnTo>
                    <a:pt x="266699" y="0"/>
                  </a:lnTo>
                  <a:lnTo>
                    <a:pt x="275122" y="0"/>
                  </a:lnTo>
                  <a:lnTo>
                    <a:pt x="283525" y="412"/>
                  </a:lnTo>
                  <a:lnTo>
                    <a:pt x="291907" y="1238"/>
                  </a:lnTo>
                  <a:lnTo>
                    <a:pt x="300289" y="2063"/>
                  </a:lnTo>
                  <a:lnTo>
                    <a:pt x="341353" y="11073"/>
                  </a:lnTo>
                  <a:lnTo>
                    <a:pt x="365116" y="19576"/>
                  </a:lnTo>
                  <a:lnTo>
                    <a:pt x="372898" y="22799"/>
                  </a:lnTo>
                  <a:lnTo>
                    <a:pt x="380503" y="26396"/>
                  </a:lnTo>
                  <a:lnTo>
                    <a:pt x="387931" y="30366"/>
                  </a:lnTo>
                  <a:lnTo>
                    <a:pt x="395359" y="34337"/>
                  </a:lnTo>
                  <a:lnTo>
                    <a:pt x="402575" y="38662"/>
                  </a:lnTo>
                  <a:lnTo>
                    <a:pt x="409578" y="43341"/>
                  </a:lnTo>
                  <a:lnTo>
                    <a:pt x="416582" y="48021"/>
                  </a:lnTo>
                  <a:lnTo>
                    <a:pt x="423339" y="53032"/>
                  </a:lnTo>
                  <a:lnTo>
                    <a:pt x="429850" y="58376"/>
                  </a:lnTo>
                  <a:lnTo>
                    <a:pt x="436360" y="63719"/>
                  </a:lnTo>
                  <a:lnTo>
                    <a:pt x="442594" y="69368"/>
                  </a:lnTo>
                  <a:lnTo>
                    <a:pt x="448550" y="75324"/>
                  </a:lnTo>
                  <a:lnTo>
                    <a:pt x="454505" y="81280"/>
                  </a:lnTo>
                  <a:lnTo>
                    <a:pt x="480533" y="114296"/>
                  </a:lnTo>
                  <a:lnTo>
                    <a:pt x="493508" y="135943"/>
                  </a:lnTo>
                  <a:lnTo>
                    <a:pt x="497478" y="143371"/>
                  </a:lnTo>
                  <a:lnTo>
                    <a:pt x="501075" y="150976"/>
                  </a:lnTo>
                  <a:lnTo>
                    <a:pt x="504298" y="158758"/>
                  </a:lnTo>
                  <a:lnTo>
                    <a:pt x="507521" y="166540"/>
                  </a:lnTo>
                  <a:lnTo>
                    <a:pt x="518933" y="207002"/>
                  </a:lnTo>
                  <a:lnTo>
                    <a:pt x="520576" y="215263"/>
                  </a:lnTo>
                  <a:lnTo>
                    <a:pt x="521811" y="223585"/>
                  </a:lnTo>
                  <a:lnTo>
                    <a:pt x="522636" y="231967"/>
                  </a:lnTo>
                  <a:lnTo>
                    <a:pt x="523462" y="240349"/>
                  </a:lnTo>
                  <a:lnTo>
                    <a:pt x="523874" y="248752"/>
                  </a:lnTo>
                  <a:lnTo>
                    <a:pt x="523874" y="257174"/>
                  </a:lnTo>
                  <a:lnTo>
                    <a:pt x="523874" y="265597"/>
                  </a:lnTo>
                  <a:lnTo>
                    <a:pt x="518933" y="307347"/>
                  </a:lnTo>
                  <a:lnTo>
                    <a:pt x="517290" y="315608"/>
                  </a:lnTo>
                  <a:lnTo>
                    <a:pt x="504298" y="355591"/>
                  </a:lnTo>
                  <a:lnTo>
                    <a:pt x="501075" y="363373"/>
                  </a:lnTo>
                  <a:lnTo>
                    <a:pt x="497478" y="370978"/>
                  </a:lnTo>
                  <a:lnTo>
                    <a:pt x="493508" y="378406"/>
                  </a:lnTo>
                  <a:lnTo>
                    <a:pt x="489537" y="385834"/>
                  </a:lnTo>
                  <a:lnTo>
                    <a:pt x="485212" y="393050"/>
                  </a:lnTo>
                  <a:lnTo>
                    <a:pt x="480533" y="400053"/>
                  </a:lnTo>
                  <a:lnTo>
                    <a:pt x="475853" y="407057"/>
                  </a:lnTo>
                  <a:lnTo>
                    <a:pt x="448550" y="439025"/>
                  </a:lnTo>
                  <a:lnTo>
                    <a:pt x="442594" y="444980"/>
                  </a:lnTo>
                  <a:lnTo>
                    <a:pt x="409578" y="471008"/>
                  </a:lnTo>
                  <a:lnTo>
                    <a:pt x="402575" y="475687"/>
                  </a:lnTo>
                  <a:lnTo>
                    <a:pt x="395359" y="480012"/>
                  </a:lnTo>
                  <a:lnTo>
                    <a:pt x="387931" y="483983"/>
                  </a:lnTo>
                  <a:lnTo>
                    <a:pt x="380503" y="487953"/>
                  </a:lnTo>
                  <a:lnTo>
                    <a:pt x="372898" y="491550"/>
                  </a:lnTo>
                  <a:lnTo>
                    <a:pt x="365116" y="494773"/>
                  </a:lnTo>
                  <a:lnTo>
                    <a:pt x="357334" y="497996"/>
                  </a:lnTo>
                  <a:lnTo>
                    <a:pt x="316872" y="509408"/>
                  </a:lnTo>
                  <a:lnTo>
                    <a:pt x="308611" y="511051"/>
                  </a:lnTo>
                  <a:lnTo>
                    <a:pt x="300289" y="512286"/>
                  </a:lnTo>
                  <a:lnTo>
                    <a:pt x="291907" y="513111"/>
                  </a:lnTo>
                  <a:lnTo>
                    <a:pt x="283525" y="513937"/>
                  </a:lnTo>
                  <a:lnTo>
                    <a:pt x="275122" y="514349"/>
                  </a:lnTo>
                  <a:lnTo>
                    <a:pt x="266699" y="514349"/>
                  </a:lnTo>
                  <a:lnTo>
                    <a:pt x="257174" y="514349"/>
                  </a:lnTo>
                  <a:lnTo>
                    <a:pt x="248752" y="514349"/>
                  </a:lnTo>
                  <a:lnTo>
                    <a:pt x="240349" y="513937"/>
                  </a:lnTo>
                  <a:lnTo>
                    <a:pt x="231967" y="513111"/>
                  </a:lnTo>
                  <a:lnTo>
                    <a:pt x="223585" y="512286"/>
                  </a:lnTo>
                  <a:lnTo>
                    <a:pt x="215263" y="511051"/>
                  </a:lnTo>
                  <a:lnTo>
                    <a:pt x="207002" y="509408"/>
                  </a:lnTo>
                  <a:lnTo>
                    <a:pt x="198741" y="507765"/>
                  </a:lnTo>
                  <a:lnTo>
                    <a:pt x="158758" y="494773"/>
                  </a:lnTo>
                  <a:lnTo>
                    <a:pt x="150976" y="491550"/>
                  </a:lnTo>
                  <a:lnTo>
                    <a:pt x="143371" y="487953"/>
                  </a:lnTo>
                  <a:lnTo>
                    <a:pt x="135943" y="483983"/>
                  </a:lnTo>
                  <a:lnTo>
                    <a:pt x="128515" y="480012"/>
                  </a:lnTo>
                  <a:lnTo>
                    <a:pt x="94024" y="455973"/>
                  </a:lnTo>
                  <a:lnTo>
                    <a:pt x="75324" y="439025"/>
                  </a:lnTo>
                  <a:lnTo>
                    <a:pt x="69368" y="433069"/>
                  </a:lnTo>
                  <a:lnTo>
                    <a:pt x="63719" y="426835"/>
                  </a:lnTo>
                  <a:lnTo>
                    <a:pt x="58376" y="420325"/>
                  </a:lnTo>
                  <a:lnTo>
                    <a:pt x="53032" y="413814"/>
                  </a:lnTo>
                  <a:lnTo>
                    <a:pt x="48021" y="407057"/>
                  </a:lnTo>
                  <a:lnTo>
                    <a:pt x="43341" y="400053"/>
                  </a:lnTo>
                  <a:lnTo>
                    <a:pt x="38662" y="393050"/>
                  </a:lnTo>
                  <a:lnTo>
                    <a:pt x="34337" y="385834"/>
                  </a:lnTo>
                  <a:lnTo>
                    <a:pt x="30366" y="378406"/>
                  </a:lnTo>
                  <a:lnTo>
                    <a:pt x="26396" y="370978"/>
                  </a:lnTo>
                  <a:lnTo>
                    <a:pt x="22799" y="363373"/>
                  </a:lnTo>
                  <a:lnTo>
                    <a:pt x="19576" y="355591"/>
                  </a:lnTo>
                  <a:lnTo>
                    <a:pt x="16353" y="347809"/>
                  </a:lnTo>
                  <a:lnTo>
                    <a:pt x="4941" y="307347"/>
                  </a:lnTo>
                  <a:lnTo>
                    <a:pt x="3298" y="299086"/>
                  </a:lnTo>
                  <a:lnTo>
                    <a:pt x="2063" y="290764"/>
                  </a:lnTo>
                  <a:lnTo>
                    <a:pt x="1238" y="282382"/>
                  </a:lnTo>
                  <a:lnTo>
                    <a:pt x="412" y="274000"/>
                  </a:lnTo>
                  <a:lnTo>
                    <a:pt x="0" y="265597"/>
                  </a:lnTo>
                  <a:lnTo>
                    <a:pt x="0" y="257174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479" y="1872519"/>
              <a:ext cx="277673" cy="27554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84572" y="2442368"/>
            <a:ext cx="4364355" cy="930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70" b="1">
                <a:solidFill>
                  <a:srgbClr val="262525"/>
                </a:solidFill>
                <a:latin typeface="Tahoma"/>
                <a:cs typeface="Tahoma"/>
              </a:rPr>
              <a:t>Create</a:t>
            </a:r>
            <a:r>
              <a:rPr dirty="0" sz="1750" spc="-17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750" spc="-20" b="1">
                <a:solidFill>
                  <a:srgbClr val="262525"/>
                </a:solidFill>
                <a:latin typeface="Tahoma"/>
                <a:cs typeface="Tahoma"/>
              </a:rPr>
              <a:t>Rules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3900"/>
              </a:lnSpc>
              <a:spcBef>
                <a:spcPts val="535"/>
              </a:spcBef>
            </a:pP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Build</a:t>
            </a:r>
            <a:r>
              <a:rPr dirty="0" sz="1400" spc="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new</a:t>
            </a:r>
            <a:r>
              <a:rPr dirty="0" sz="1400" spc="1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automation</a:t>
            </a:r>
            <a:r>
              <a:rPr dirty="0" sz="1400" spc="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rules</a:t>
            </a:r>
            <a:r>
              <a:rPr dirty="0" sz="1400" spc="1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that</a:t>
            </a:r>
            <a:r>
              <a:rPr dirty="0" sz="1400" spc="1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react</a:t>
            </a:r>
            <a:r>
              <a:rPr dirty="0" sz="1400" spc="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to</a:t>
            </a:r>
            <a:r>
              <a:rPr dirty="0" sz="1400" spc="1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sensor</a:t>
            </a:r>
            <a:r>
              <a:rPr dirty="0" sz="1400" spc="1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values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dirty="0" sz="1400" spc="3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control</a:t>
            </a:r>
            <a:r>
              <a:rPr dirty="0" sz="1400" spc="3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environmental</a:t>
            </a:r>
            <a:r>
              <a:rPr dirty="0" sz="1400" spc="3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conditions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800724" y="1486792"/>
            <a:ext cx="5010150" cy="523875"/>
            <a:chOff x="5800724" y="1486792"/>
            <a:chExt cx="5010150" cy="523875"/>
          </a:xfrm>
        </p:grpSpPr>
        <p:sp>
          <p:nvSpPr>
            <p:cNvPr id="11" name="object 11" descr=""/>
            <p:cNvSpPr/>
            <p:nvPr/>
          </p:nvSpPr>
          <p:spPr>
            <a:xfrm>
              <a:off x="6072186" y="1662112"/>
              <a:ext cx="4733925" cy="171450"/>
            </a:xfrm>
            <a:custGeom>
              <a:avLst/>
              <a:gdLst/>
              <a:ahLst/>
              <a:cxnLst/>
              <a:rect l="l" t="t" r="r" b="b"/>
              <a:pathLst>
                <a:path w="4733925" h="171450">
                  <a:moveTo>
                    <a:pt x="4680423" y="171449"/>
                  </a:moveTo>
                  <a:lnTo>
                    <a:pt x="53501" y="171449"/>
                  </a:lnTo>
                  <a:lnTo>
                    <a:pt x="49777" y="171082"/>
                  </a:lnTo>
                  <a:lnTo>
                    <a:pt x="14113" y="152020"/>
                  </a:lnTo>
                  <a:lnTo>
                    <a:pt x="0" y="117949"/>
                  </a:lnTo>
                  <a:lnTo>
                    <a:pt x="0" y="114189"/>
                  </a:lnTo>
                  <a:lnTo>
                    <a:pt x="0" y="53500"/>
                  </a:lnTo>
                  <a:lnTo>
                    <a:pt x="19430" y="14112"/>
                  </a:lnTo>
                  <a:lnTo>
                    <a:pt x="53501" y="0"/>
                  </a:lnTo>
                  <a:lnTo>
                    <a:pt x="4680423" y="0"/>
                  </a:lnTo>
                  <a:lnTo>
                    <a:pt x="4719810" y="19429"/>
                  </a:lnTo>
                  <a:lnTo>
                    <a:pt x="4733924" y="53500"/>
                  </a:lnTo>
                  <a:lnTo>
                    <a:pt x="4733924" y="117949"/>
                  </a:lnTo>
                  <a:lnTo>
                    <a:pt x="4714493" y="157337"/>
                  </a:lnTo>
                  <a:lnTo>
                    <a:pt x="4684146" y="171083"/>
                  </a:lnTo>
                  <a:lnTo>
                    <a:pt x="4680423" y="1714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072186" y="1662112"/>
              <a:ext cx="4733925" cy="171450"/>
            </a:xfrm>
            <a:custGeom>
              <a:avLst/>
              <a:gdLst/>
              <a:ahLst/>
              <a:cxnLst/>
              <a:rect l="l" t="t" r="r" b="b"/>
              <a:pathLst>
                <a:path w="4733925" h="171450">
                  <a:moveTo>
                    <a:pt x="0" y="114189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6" y="49777"/>
                  </a:lnTo>
                  <a:lnTo>
                    <a:pt x="1099" y="46089"/>
                  </a:lnTo>
                  <a:lnTo>
                    <a:pt x="1832" y="42401"/>
                  </a:lnTo>
                  <a:lnTo>
                    <a:pt x="2919" y="38821"/>
                  </a:lnTo>
                  <a:lnTo>
                    <a:pt x="4358" y="35347"/>
                  </a:lnTo>
                  <a:lnTo>
                    <a:pt x="5797" y="31874"/>
                  </a:lnTo>
                  <a:lnTo>
                    <a:pt x="7561" y="28574"/>
                  </a:lnTo>
                  <a:lnTo>
                    <a:pt x="9649" y="25448"/>
                  </a:lnTo>
                  <a:lnTo>
                    <a:pt x="11738" y="22322"/>
                  </a:lnTo>
                  <a:lnTo>
                    <a:pt x="14113" y="19429"/>
                  </a:lnTo>
                  <a:lnTo>
                    <a:pt x="46089" y="1100"/>
                  </a:lnTo>
                  <a:lnTo>
                    <a:pt x="49777" y="366"/>
                  </a:lnTo>
                  <a:lnTo>
                    <a:pt x="53501" y="0"/>
                  </a:lnTo>
                  <a:lnTo>
                    <a:pt x="57261" y="0"/>
                  </a:lnTo>
                  <a:lnTo>
                    <a:pt x="4676664" y="0"/>
                  </a:lnTo>
                  <a:lnTo>
                    <a:pt x="4680423" y="0"/>
                  </a:lnTo>
                  <a:lnTo>
                    <a:pt x="4684146" y="366"/>
                  </a:lnTo>
                  <a:lnTo>
                    <a:pt x="4719810" y="19429"/>
                  </a:lnTo>
                  <a:lnTo>
                    <a:pt x="4733925" y="57260"/>
                  </a:lnTo>
                  <a:lnTo>
                    <a:pt x="4733925" y="114189"/>
                  </a:lnTo>
                  <a:lnTo>
                    <a:pt x="4719810" y="152020"/>
                  </a:lnTo>
                  <a:lnTo>
                    <a:pt x="4708475" y="161799"/>
                  </a:lnTo>
                  <a:lnTo>
                    <a:pt x="4705349" y="163888"/>
                  </a:lnTo>
                  <a:lnTo>
                    <a:pt x="4702048" y="165652"/>
                  </a:lnTo>
                  <a:lnTo>
                    <a:pt x="4698575" y="167091"/>
                  </a:lnTo>
                  <a:lnTo>
                    <a:pt x="4695101" y="168530"/>
                  </a:lnTo>
                  <a:lnTo>
                    <a:pt x="4676664" y="171449"/>
                  </a:lnTo>
                  <a:lnTo>
                    <a:pt x="57261" y="171449"/>
                  </a:lnTo>
                  <a:lnTo>
                    <a:pt x="53501" y="171449"/>
                  </a:lnTo>
                  <a:lnTo>
                    <a:pt x="49777" y="171082"/>
                  </a:lnTo>
                  <a:lnTo>
                    <a:pt x="46089" y="170349"/>
                  </a:lnTo>
                  <a:lnTo>
                    <a:pt x="42402" y="169616"/>
                  </a:lnTo>
                  <a:lnTo>
                    <a:pt x="38821" y="168530"/>
                  </a:lnTo>
                  <a:lnTo>
                    <a:pt x="35347" y="167091"/>
                  </a:lnTo>
                  <a:lnTo>
                    <a:pt x="31874" y="165652"/>
                  </a:lnTo>
                  <a:lnTo>
                    <a:pt x="4358" y="136101"/>
                  </a:lnTo>
                  <a:lnTo>
                    <a:pt x="1099" y="125360"/>
                  </a:lnTo>
                  <a:lnTo>
                    <a:pt x="366" y="121672"/>
                  </a:lnTo>
                  <a:lnTo>
                    <a:pt x="0" y="117949"/>
                  </a:lnTo>
                  <a:lnTo>
                    <a:pt x="0" y="114189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805487" y="1491555"/>
              <a:ext cx="523875" cy="514350"/>
            </a:xfrm>
            <a:custGeom>
              <a:avLst/>
              <a:gdLst/>
              <a:ahLst/>
              <a:cxnLst/>
              <a:rect l="l" t="t" r="r" b="b"/>
              <a:pathLst>
                <a:path w="523875" h="514350">
                  <a:moveTo>
                    <a:pt x="275122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40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75122" y="0"/>
                  </a:lnTo>
                  <a:lnTo>
                    <a:pt x="325133" y="6584"/>
                  </a:lnTo>
                  <a:lnTo>
                    <a:pt x="372898" y="22799"/>
                  </a:lnTo>
                  <a:lnTo>
                    <a:pt x="416582" y="48021"/>
                  </a:lnTo>
                  <a:lnTo>
                    <a:pt x="454505" y="81280"/>
                  </a:lnTo>
                  <a:lnTo>
                    <a:pt x="485212" y="121299"/>
                  </a:lnTo>
                  <a:lnTo>
                    <a:pt x="507521" y="166540"/>
                  </a:lnTo>
                  <a:lnTo>
                    <a:pt x="520576" y="215263"/>
                  </a:lnTo>
                  <a:lnTo>
                    <a:pt x="523874" y="248752"/>
                  </a:lnTo>
                  <a:lnTo>
                    <a:pt x="523874" y="265597"/>
                  </a:lnTo>
                  <a:lnTo>
                    <a:pt x="517290" y="315608"/>
                  </a:lnTo>
                  <a:lnTo>
                    <a:pt x="501075" y="363373"/>
                  </a:lnTo>
                  <a:lnTo>
                    <a:pt x="475853" y="407057"/>
                  </a:lnTo>
                  <a:lnTo>
                    <a:pt x="442594" y="444980"/>
                  </a:lnTo>
                  <a:lnTo>
                    <a:pt x="402575" y="475687"/>
                  </a:lnTo>
                  <a:lnTo>
                    <a:pt x="357334" y="497996"/>
                  </a:lnTo>
                  <a:lnTo>
                    <a:pt x="308611" y="511051"/>
                  </a:lnTo>
                  <a:lnTo>
                    <a:pt x="283525" y="513937"/>
                  </a:lnTo>
                  <a:lnTo>
                    <a:pt x="275122" y="5143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805487" y="1491555"/>
              <a:ext cx="523875" cy="514350"/>
            </a:xfrm>
            <a:custGeom>
              <a:avLst/>
              <a:gdLst/>
              <a:ahLst/>
              <a:cxnLst/>
              <a:rect l="l" t="t" r="r" b="b"/>
              <a:pathLst>
                <a:path w="523875" h="514350">
                  <a:moveTo>
                    <a:pt x="0" y="257174"/>
                  </a:moveTo>
                  <a:lnTo>
                    <a:pt x="0" y="248752"/>
                  </a:lnTo>
                  <a:lnTo>
                    <a:pt x="412" y="240349"/>
                  </a:lnTo>
                  <a:lnTo>
                    <a:pt x="1238" y="231967"/>
                  </a:lnTo>
                  <a:lnTo>
                    <a:pt x="2063" y="223585"/>
                  </a:lnTo>
                  <a:lnTo>
                    <a:pt x="11073" y="182521"/>
                  </a:lnTo>
                  <a:lnTo>
                    <a:pt x="26396" y="143371"/>
                  </a:lnTo>
                  <a:lnTo>
                    <a:pt x="30366" y="135943"/>
                  </a:lnTo>
                  <a:lnTo>
                    <a:pt x="34337" y="128515"/>
                  </a:lnTo>
                  <a:lnTo>
                    <a:pt x="58376" y="94024"/>
                  </a:lnTo>
                  <a:lnTo>
                    <a:pt x="63719" y="87513"/>
                  </a:lnTo>
                  <a:lnTo>
                    <a:pt x="94024" y="58376"/>
                  </a:lnTo>
                  <a:lnTo>
                    <a:pt x="128515" y="34337"/>
                  </a:lnTo>
                  <a:lnTo>
                    <a:pt x="135943" y="30366"/>
                  </a:lnTo>
                  <a:lnTo>
                    <a:pt x="143371" y="26396"/>
                  </a:lnTo>
                  <a:lnTo>
                    <a:pt x="182520" y="11073"/>
                  </a:lnTo>
                  <a:lnTo>
                    <a:pt x="223585" y="2063"/>
                  </a:lnTo>
                  <a:lnTo>
                    <a:pt x="231967" y="1238"/>
                  </a:lnTo>
                  <a:lnTo>
                    <a:pt x="240349" y="412"/>
                  </a:lnTo>
                  <a:lnTo>
                    <a:pt x="248752" y="0"/>
                  </a:lnTo>
                  <a:lnTo>
                    <a:pt x="257174" y="0"/>
                  </a:lnTo>
                  <a:lnTo>
                    <a:pt x="266699" y="0"/>
                  </a:lnTo>
                  <a:lnTo>
                    <a:pt x="275122" y="0"/>
                  </a:lnTo>
                  <a:lnTo>
                    <a:pt x="283525" y="412"/>
                  </a:lnTo>
                  <a:lnTo>
                    <a:pt x="291907" y="1238"/>
                  </a:lnTo>
                  <a:lnTo>
                    <a:pt x="300289" y="2063"/>
                  </a:lnTo>
                  <a:lnTo>
                    <a:pt x="341353" y="11073"/>
                  </a:lnTo>
                  <a:lnTo>
                    <a:pt x="365116" y="19576"/>
                  </a:lnTo>
                  <a:lnTo>
                    <a:pt x="372898" y="22799"/>
                  </a:lnTo>
                  <a:lnTo>
                    <a:pt x="380503" y="26396"/>
                  </a:lnTo>
                  <a:lnTo>
                    <a:pt x="387931" y="30366"/>
                  </a:lnTo>
                  <a:lnTo>
                    <a:pt x="395359" y="34337"/>
                  </a:lnTo>
                  <a:lnTo>
                    <a:pt x="402575" y="38662"/>
                  </a:lnTo>
                  <a:lnTo>
                    <a:pt x="409578" y="43341"/>
                  </a:lnTo>
                  <a:lnTo>
                    <a:pt x="416582" y="48021"/>
                  </a:lnTo>
                  <a:lnTo>
                    <a:pt x="423339" y="53032"/>
                  </a:lnTo>
                  <a:lnTo>
                    <a:pt x="429850" y="58376"/>
                  </a:lnTo>
                  <a:lnTo>
                    <a:pt x="436360" y="63719"/>
                  </a:lnTo>
                  <a:lnTo>
                    <a:pt x="442594" y="69368"/>
                  </a:lnTo>
                  <a:lnTo>
                    <a:pt x="448550" y="75324"/>
                  </a:lnTo>
                  <a:lnTo>
                    <a:pt x="454505" y="81280"/>
                  </a:lnTo>
                  <a:lnTo>
                    <a:pt x="480533" y="114296"/>
                  </a:lnTo>
                  <a:lnTo>
                    <a:pt x="493508" y="135943"/>
                  </a:lnTo>
                  <a:lnTo>
                    <a:pt x="497478" y="143371"/>
                  </a:lnTo>
                  <a:lnTo>
                    <a:pt x="501075" y="150976"/>
                  </a:lnTo>
                  <a:lnTo>
                    <a:pt x="504298" y="158758"/>
                  </a:lnTo>
                  <a:lnTo>
                    <a:pt x="507521" y="166540"/>
                  </a:lnTo>
                  <a:lnTo>
                    <a:pt x="518933" y="207002"/>
                  </a:lnTo>
                  <a:lnTo>
                    <a:pt x="520576" y="215263"/>
                  </a:lnTo>
                  <a:lnTo>
                    <a:pt x="521811" y="223585"/>
                  </a:lnTo>
                  <a:lnTo>
                    <a:pt x="522636" y="231967"/>
                  </a:lnTo>
                  <a:lnTo>
                    <a:pt x="523462" y="240349"/>
                  </a:lnTo>
                  <a:lnTo>
                    <a:pt x="523874" y="248752"/>
                  </a:lnTo>
                  <a:lnTo>
                    <a:pt x="523874" y="257174"/>
                  </a:lnTo>
                  <a:lnTo>
                    <a:pt x="523874" y="265597"/>
                  </a:lnTo>
                  <a:lnTo>
                    <a:pt x="518933" y="307347"/>
                  </a:lnTo>
                  <a:lnTo>
                    <a:pt x="517290" y="315608"/>
                  </a:lnTo>
                  <a:lnTo>
                    <a:pt x="504298" y="355591"/>
                  </a:lnTo>
                  <a:lnTo>
                    <a:pt x="501075" y="363373"/>
                  </a:lnTo>
                  <a:lnTo>
                    <a:pt x="497478" y="370978"/>
                  </a:lnTo>
                  <a:lnTo>
                    <a:pt x="493508" y="378406"/>
                  </a:lnTo>
                  <a:lnTo>
                    <a:pt x="489537" y="385834"/>
                  </a:lnTo>
                  <a:lnTo>
                    <a:pt x="485212" y="393050"/>
                  </a:lnTo>
                  <a:lnTo>
                    <a:pt x="480533" y="400053"/>
                  </a:lnTo>
                  <a:lnTo>
                    <a:pt x="475853" y="407057"/>
                  </a:lnTo>
                  <a:lnTo>
                    <a:pt x="448550" y="439025"/>
                  </a:lnTo>
                  <a:lnTo>
                    <a:pt x="442594" y="444980"/>
                  </a:lnTo>
                  <a:lnTo>
                    <a:pt x="409578" y="471008"/>
                  </a:lnTo>
                  <a:lnTo>
                    <a:pt x="402575" y="475687"/>
                  </a:lnTo>
                  <a:lnTo>
                    <a:pt x="395359" y="480012"/>
                  </a:lnTo>
                  <a:lnTo>
                    <a:pt x="387931" y="483983"/>
                  </a:lnTo>
                  <a:lnTo>
                    <a:pt x="380503" y="487953"/>
                  </a:lnTo>
                  <a:lnTo>
                    <a:pt x="372898" y="491550"/>
                  </a:lnTo>
                  <a:lnTo>
                    <a:pt x="365116" y="494773"/>
                  </a:lnTo>
                  <a:lnTo>
                    <a:pt x="357334" y="497996"/>
                  </a:lnTo>
                  <a:lnTo>
                    <a:pt x="316872" y="509408"/>
                  </a:lnTo>
                  <a:lnTo>
                    <a:pt x="308611" y="511051"/>
                  </a:lnTo>
                  <a:lnTo>
                    <a:pt x="300289" y="512286"/>
                  </a:lnTo>
                  <a:lnTo>
                    <a:pt x="291907" y="513111"/>
                  </a:lnTo>
                  <a:lnTo>
                    <a:pt x="283525" y="513937"/>
                  </a:lnTo>
                  <a:lnTo>
                    <a:pt x="275122" y="514349"/>
                  </a:lnTo>
                  <a:lnTo>
                    <a:pt x="266699" y="514349"/>
                  </a:lnTo>
                  <a:lnTo>
                    <a:pt x="257174" y="514349"/>
                  </a:lnTo>
                  <a:lnTo>
                    <a:pt x="248752" y="514349"/>
                  </a:lnTo>
                  <a:lnTo>
                    <a:pt x="240349" y="513937"/>
                  </a:lnTo>
                  <a:lnTo>
                    <a:pt x="231967" y="513111"/>
                  </a:lnTo>
                  <a:lnTo>
                    <a:pt x="223585" y="512286"/>
                  </a:lnTo>
                  <a:lnTo>
                    <a:pt x="215263" y="511051"/>
                  </a:lnTo>
                  <a:lnTo>
                    <a:pt x="207002" y="509408"/>
                  </a:lnTo>
                  <a:lnTo>
                    <a:pt x="198741" y="507765"/>
                  </a:lnTo>
                  <a:lnTo>
                    <a:pt x="158758" y="494773"/>
                  </a:lnTo>
                  <a:lnTo>
                    <a:pt x="150976" y="491550"/>
                  </a:lnTo>
                  <a:lnTo>
                    <a:pt x="143371" y="487953"/>
                  </a:lnTo>
                  <a:lnTo>
                    <a:pt x="135943" y="483983"/>
                  </a:lnTo>
                  <a:lnTo>
                    <a:pt x="128515" y="480012"/>
                  </a:lnTo>
                  <a:lnTo>
                    <a:pt x="94024" y="455973"/>
                  </a:lnTo>
                  <a:lnTo>
                    <a:pt x="75324" y="439025"/>
                  </a:lnTo>
                  <a:lnTo>
                    <a:pt x="69368" y="433069"/>
                  </a:lnTo>
                  <a:lnTo>
                    <a:pt x="63719" y="426835"/>
                  </a:lnTo>
                  <a:lnTo>
                    <a:pt x="58376" y="420325"/>
                  </a:lnTo>
                  <a:lnTo>
                    <a:pt x="53032" y="413814"/>
                  </a:lnTo>
                  <a:lnTo>
                    <a:pt x="48021" y="407057"/>
                  </a:lnTo>
                  <a:lnTo>
                    <a:pt x="43341" y="400053"/>
                  </a:lnTo>
                  <a:lnTo>
                    <a:pt x="38662" y="393050"/>
                  </a:lnTo>
                  <a:lnTo>
                    <a:pt x="34337" y="385834"/>
                  </a:lnTo>
                  <a:lnTo>
                    <a:pt x="30366" y="378406"/>
                  </a:lnTo>
                  <a:lnTo>
                    <a:pt x="26396" y="370978"/>
                  </a:lnTo>
                  <a:lnTo>
                    <a:pt x="22799" y="363373"/>
                  </a:lnTo>
                  <a:lnTo>
                    <a:pt x="19576" y="355591"/>
                  </a:lnTo>
                  <a:lnTo>
                    <a:pt x="16353" y="347809"/>
                  </a:lnTo>
                  <a:lnTo>
                    <a:pt x="4941" y="307347"/>
                  </a:lnTo>
                  <a:lnTo>
                    <a:pt x="3298" y="299086"/>
                  </a:lnTo>
                  <a:lnTo>
                    <a:pt x="2063" y="290764"/>
                  </a:lnTo>
                  <a:lnTo>
                    <a:pt x="1238" y="282382"/>
                  </a:lnTo>
                  <a:lnTo>
                    <a:pt x="412" y="274000"/>
                  </a:lnTo>
                  <a:lnTo>
                    <a:pt x="0" y="265597"/>
                  </a:lnTo>
                  <a:lnTo>
                    <a:pt x="0" y="257174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2958" y="1614737"/>
              <a:ext cx="268036" cy="27732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939131" y="1620649"/>
              <a:ext cx="231775" cy="245110"/>
            </a:xfrm>
            <a:custGeom>
              <a:avLst/>
              <a:gdLst/>
              <a:ahLst/>
              <a:cxnLst/>
              <a:rect l="l" t="t" r="r" b="b"/>
              <a:pathLst>
                <a:path w="231775" h="245110">
                  <a:moveTo>
                    <a:pt x="175" y="244795"/>
                  </a:moveTo>
                  <a:lnTo>
                    <a:pt x="0" y="15220"/>
                  </a:lnTo>
                  <a:lnTo>
                    <a:pt x="22620" y="35"/>
                  </a:lnTo>
                  <a:lnTo>
                    <a:pt x="170106" y="0"/>
                  </a:lnTo>
                </a:path>
                <a:path w="231775" h="245110">
                  <a:moveTo>
                    <a:pt x="186034" y="21870"/>
                  </a:moveTo>
                  <a:lnTo>
                    <a:pt x="186035" y="54106"/>
                  </a:lnTo>
                </a:path>
                <a:path w="231775" h="245110">
                  <a:moveTo>
                    <a:pt x="231563" y="86899"/>
                  </a:moveTo>
                  <a:lnTo>
                    <a:pt x="148991" y="169708"/>
                  </a:lnTo>
                </a:path>
              </a:pathLst>
            </a:custGeom>
            <a:ln w="11822">
              <a:solidFill>
                <a:srgbClr val="2625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967957" y="2175668"/>
            <a:ext cx="4192904" cy="930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85" b="1">
                <a:solidFill>
                  <a:srgbClr val="262525"/>
                </a:solidFill>
                <a:latin typeface="Tahoma"/>
                <a:cs typeface="Tahoma"/>
              </a:rPr>
              <a:t>Update</a:t>
            </a:r>
            <a:r>
              <a:rPr dirty="0" sz="1750" spc="-15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750" spc="-20" b="1">
                <a:solidFill>
                  <a:srgbClr val="262525"/>
                </a:solidFill>
                <a:latin typeface="Tahoma"/>
                <a:cs typeface="Tahoma"/>
              </a:rPr>
              <a:t>Rules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3900"/>
              </a:lnSpc>
              <a:spcBef>
                <a:spcPts val="535"/>
              </a:spcBef>
            </a:pPr>
            <a:r>
              <a:rPr dirty="0" sz="1400" spc="55">
                <a:solidFill>
                  <a:srgbClr val="262525"/>
                </a:solidFill>
                <a:latin typeface="Tahoma"/>
                <a:cs typeface="Tahoma"/>
              </a:rPr>
              <a:t>Modify</a:t>
            </a:r>
            <a:r>
              <a:rPr dirty="0" sz="1400" spc="1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existing</a:t>
            </a:r>
            <a:r>
              <a:rPr dirty="0" sz="1400" spc="2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rules</a:t>
            </a:r>
            <a:r>
              <a:rPr dirty="0" sz="1400" spc="2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to</a:t>
            </a:r>
            <a:r>
              <a:rPr dirty="0" sz="1400" spc="2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respond</a:t>
            </a:r>
            <a:r>
              <a:rPr dirty="0" sz="1400" spc="2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to</a:t>
            </a:r>
            <a:r>
              <a:rPr dirty="0" sz="1400" spc="2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changing</a:t>
            </a:r>
            <a:r>
              <a:rPr dirty="0" sz="1400" spc="2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habitat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conditions</a:t>
            </a:r>
            <a:r>
              <a:rPr dirty="0" sz="1400" spc="9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dirty="0" sz="1400" spc="10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requirements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9124" y="4029967"/>
            <a:ext cx="5010150" cy="533400"/>
            <a:chOff x="619124" y="4029967"/>
            <a:chExt cx="5010150" cy="533400"/>
          </a:xfrm>
        </p:grpSpPr>
        <p:sp>
          <p:nvSpPr>
            <p:cNvPr id="19" name="object 19" descr=""/>
            <p:cNvSpPr/>
            <p:nvPr/>
          </p:nvSpPr>
          <p:spPr>
            <a:xfrm>
              <a:off x="890587" y="4205286"/>
              <a:ext cx="4733925" cy="171450"/>
            </a:xfrm>
            <a:custGeom>
              <a:avLst/>
              <a:gdLst/>
              <a:ahLst/>
              <a:cxnLst/>
              <a:rect l="l" t="t" r="r" b="b"/>
              <a:pathLst>
                <a:path w="4733925" h="171450">
                  <a:moveTo>
                    <a:pt x="4680423" y="171449"/>
                  </a:moveTo>
                  <a:lnTo>
                    <a:pt x="53501" y="171449"/>
                  </a:lnTo>
                  <a:lnTo>
                    <a:pt x="49777" y="171082"/>
                  </a:lnTo>
                  <a:lnTo>
                    <a:pt x="14112" y="152019"/>
                  </a:lnTo>
                  <a:lnTo>
                    <a:pt x="0" y="117949"/>
                  </a:lnTo>
                  <a:lnTo>
                    <a:pt x="0" y="114189"/>
                  </a:lnTo>
                  <a:lnTo>
                    <a:pt x="0" y="53500"/>
                  </a:lnTo>
                  <a:lnTo>
                    <a:pt x="19429" y="14112"/>
                  </a:lnTo>
                  <a:lnTo>
                    <a:pt x="53501" y="0"/>
                  </a:lnTo>
                  <a:lnTo>
                    <a:pt x="4680423" y="0"/>
                  </a:lnTo>
                  <a:lnTo>
                    <a:pt x="4719811" y="19429"/>
                  </a:lnTo>
                  <a:lnTo>
                    <a:pt x="4733924" y="53500"/>
                  </a:lnTo>
                  <a:lnTo>
                    <a:pt x="4733924" y="117949"/>
                  </a:lnTo>
                  <a:lnTo>
                    <a:pt x="4714493" y="157336"/>
                  </a:lnTo>
                  <a:lnTo>
                    <a:pt x="4684146" y="171082"/>
                  </a:lnTo>
                  <a:lnTo>
                    <a:pt x="4680423" y="17144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90587" y="4205286"/>
              <a:ext cx="4733925" cy="171450"/>
            </a:xfrm>
            <a:custGeom>
              <a:avLst/>
              <a:gdLst/>
              <a:ahLst/>
              <a:cxnLst/>
              <a:rect l="l" t="t" r="r" b="b"/>
              <a:pathLst>
                <a:path w="4733925" h="171450">
                  <a:moveTo>
                    <a:pt x="0" y="114189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6" y="49776"/>
                  </a:lnTo>
                  <a:lnTo>
                    <a:pt x="9650" y="25447"/>
                  </a:lnTo>
                  <a:lnTo>
                    <a:pt x="11739" y="22321"/>
                  </a:lnTo>
                  <a:lnTo>
                    <a:pt x="14112" y="19429"/>
                  </a:lnTo>
                  <a:lnTo>
                    <a:pt x="16771" y="16771"/>
                  </a:lnTo>
                  <a:lnTo>
                    <a:pt x="19429" y="14112"/>
                  </a:lnTo>
                  <a:lnTo>
                    <a:pt x="22322" y="11738"/>
                  </a:lnTo>
                  <a:lnTo>
                    <a:pt x="25448" y="9649"/>
                  </a:lnTo>
                  <a:lnTo>
                    <a:pt x="28574" y="7560"/>
                  </a:lnTo>
                  <a:lnTo>
                    <a:pt x="53501" y="0"/>
                  </a:lnTo>
                  <a:lnTo>
                    <a:pt x="57260" y="0"/>
                  </a:lnTo>
                  <a:lnTo>
                    <a:pt x="4676663" y="0"/>
                  </a:lnTo>
                  <a:lnTo>
                    <a:pt x="4680423" y="0"/>
                  </a:lnTo>
                  <a:lnTo>
                    <a:pt x="4684146" y="366"/>
                  </a:lnTo>
                  <a:lnTo>
                    <a:pt x="4708475" y="9649"/>
                  </a:lnTo>
                  <a:lnTo>
                    <a:pt x="4711602" y="11738"/>
                  </a:lnTo>
                  <a:lnTo>
                    <a:pt x="4732823" y="46089"/>
                  </a:lnTo>
                  <a:lnTo>
                    <a:pt x="4733924" y="57260"/>
                  </a:lnTo>
                  <a:lnTo>
                    <a:pt x="4733924" y="114189"/>
                  </a:lnTo>
                  <a:lnTo>
                    <a:pt x="4733924" y="117949"/>
                  </a:lnTo>
                  <a:lnTo>
                    <a:pt x="4733557" y="121672"/>
                  </a:lnTo>
                  <a:lnTo>
                    <a:pt x="4732823" y="125359"/>
                  </a:lnTo>
                  <a:lnTo>
                    <a:pt x="4732089" y="129047"/>
                  </a:lnTo>
                  <a:lnTo>
                    <a:pt x="4708475" y="161799"/>
                  </a:lnTo>
                  <a:lnTo>
                    <a:pt x="4687834" y="170349"/>
                  </a:lnTo>
                  <a:lnTo>
                    <a:pt x="4684146" y="171082"/>
                  </a:lnTo>
                  <a:lnTo>
                    <a:pt x="4680423" y="171449"/>
                  </a:lnTo>
                  <a:lnTo>
                    <a:pt x="4676663" y="171449"/>
                  </a:lnTo>
                  <a:lnTo>
                    <a:pt x="57260" y="171449"/>
                  </a:lnTo>
                  <a:lnTo>
                    <a:pt x="53501" y="171449"/>
                  </a:lnTo>
                  <a:lnTo>
                    <a:pt x="49777" y="171082"/>
                  </a:lnTo>
                  <a:lnTo>
                    <a:pt x="46089" y="170349"/>
                  </a:lnTo>
                  <a:lnTo>
                    <a:pt x="42402" y="169615"/>
                  </a:lnTo>
                  <a:lnTo>
                    <a:pt x="9650" y="146000"/>
                  </a:lnTo>
                  <a:lnTo>
                    <a:pt x="1100" y="125359"/>
                  </a:lnTo>
                  <a:lnTo>
                    <a:pt x="366" y="121672"/>
                  </a:lnTo>
                  <a:lnTo>
                    <a:pt x="0" y="117949"/>
                  </a:lnTo>
                  <a:lnTo>
                    <a:pt x="0" y="114189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23887" y="4034808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269238" y="523717"/>
                  </a:moveTo>
                  <a:lnTo>
                    <a:pt x="229087" y="521833"/>
                  </a:lnTo>
                  <a:lnTo>
                    <a:pt x="191422" y="514340"/>
                  </a:lnTo>
                  <a:lnTo>
                    <a:pt x="155256" y="501400"/>
                  </a:lnTo>
                  <a:lnTo>
                    <a:pt x="121387" y="483297"/>
                  </a:lnTo>
                  <a:lnTo>
                    <a:pt x="90535" y="460415"/>
                  </a:lnTo>
                  <a:lnTo>
                    <a:pt x="63380" y="433260"/>
                  </a:lnTo>
                  <a:lnTo>
                    <a:pt x="40498" y="402408"/>
                  </a:lnTo>
                  <a:lnTo>
                    <a:pt x="22395" y="368539"/>
                  </a:lnTo>
                  <a:lnTo>
                    <a:pt x="9455" y="332373"/>
                  </a:lnTo>
                  <a:lnTo>
                    <a:pt x="1963" y="294708"/>
                  </a:lnTo>
                  <a:lnTo>
                    <a:pt x="0" y="262751"/>
                  </a:lnTo>
                  <a:lnTo>
                    <a:pt x="78" y="254557"/>
                  </a:lnTo>
                  <a:lnTo>
                    <a:pt x="3842" y="216339"/>
                  </a:lnTo>
                  <a:lnTo>
                    <a:pt x="13175" y="179079"/>
                  </a:lnTo>
                  <a:lnTo>
                    <a:pt x="27872" y="143599"/>
                  </a:lnTo>
                  <a:lnTo>
                    <a:pt x="47619" y="110652"/>
                  </a:lnTo>
                  <a:lnTo>
                    <a:pt x="71982" y="80966"/>
                  </a:lnTo>
                  <a:lnTo>
                    <a:pt x="100443" y="55171"/>
                  </a:lnTo>
                  <a:lnTo>
                    <a:pt x="132374" y="33835"/>
                  </a:lnTo>
                  <a:lnTo>
                    <a:pt x="167097" y="17412"/>
                  </a:lnTo>
                  <a:lnTo>
                    <a:pt x="203847" y="6264"/>
                  </a:lnTo>
                  <a:lnTo>
                    <a:pt x="241842" y="628"/>
                  </a:lnTo>
                  <a:lnTo>
                    <a:pt x="269238" y="0"/>
                  </a:lnTo>
                  <a:lnTo>
                    <a:pt x="282032" y="628"/>
                  </a:lnTo>
                  <a:lnTo>
                    <a:pt x="320027" y="6264"/>
                  </a:lnTo>
                  <a:lnTo>
                    <a:pt x="356777" y="17412"/>
                  </a:lnTo>
                  <a:lnTo>
                    <a:pt x="391500" y="33835"/>
                  </a:lnTo>
                  <a:lnTo>
                    <a:pt x="423431" y="55171"/>
                  </a:lnTo>
                  <a:lnTo>
                    <a:pt x="451892" y="80966"/>
                  </a:lnTo>
                  <a:lnTo>
                    <a:pt x="476255" y="110652"/>
                  </a:lnTo>
                  <a:lnTo>
                    <a:pt x="496002" y="143599"/>
                  </a:lnTo>
                  <a:lnTo>
                    <a:pt x="510699" y="179079"/>
                  </a:lnTo>
                  <a:lnTo>
                    <a:pt x="520032" y="216339"/>
                  </a:lnTo>
                  <a:lnTo>
                    <a:pt x="523796" y="254557"/>
                  </a:lnTo>
                  <a:lnTo>
                    <a:pt x="523796" y="269160"/>
                  </a:lnTo>
                  <a:lnTo>
                    <a:pt x="520032" y="307378"/>
                  </a:lnTo>
                  <a:lnTo>
                    <a:pt x="510699" y="344638"/>
                  </a:lnTo>
                  <a:lnTo>
                    <a:pt x="496002" y="380118"/>
                  </a:lnTo>
                  <a:lnTo>
                    <a:pt x="476255" y="413065"/>
                  </a:lnTo>
                  <a:lnTo>
                    <a:pt x="451892" y="442751"/>
                  </a:lnTo>
                  <a:lnTo>
                    <a:pt x="423431" y="468546"/>
                  </a:lnTo>
                  <a:lnTo>
                    <a:pt x="391500" y="489882"/>
                  </a:lnTo>
                  <a:lnTo>
                    <a:pt x="356777" y="506305"/>
                  </a:lnTo>
                  <a:lnTo>
                    <a:pt x="320027" y="517453"/>
                  </a:lnTo>
                  <a:lnTo>
                    <a:pt x="282032" y="523089"/>
                  </a:lnTo>
                  <a:lnTo>
                    <a:pt x="269238" y="523717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23887" y="4034730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0" y="262830"/>
                  </a:moveTo>
                  <a:lnTo>
                    <a:pt x="0" y="261044"/>
                  </a:lnTo>
                  <a:lnTo>
                    <a:pt x="78" y="254636"/>
                  </a:lnTo>
                  <a:lnTo>
                    <a:pt x="3842" y="216417"/>
                  </a:lnTo>
                  <a:lnTo>
                    <a:pt x="13175" y="179157"/>
                  </a:lnTo>
                  <a:lnTo>
                    <a:pt x="27872" y="143677"/>
                  </a:lnTo>
                  <a:lnTo>
                    <a:pt x="47619" y="110731"/>
                  </a:lnTo>
                  <a:lnTo>
                    <a:pt x="71982" y="81045"/>
                  </a:lnTo>
                  <a:lnTo>
                    <a:pt x="100443" y="55249"/>
                  </a:lnTo>
                  <a:lnTo>
                    <a:pt x="132374" y="33913"/>
                  </a:lnTo>
                  <a:lnTo>
                    <a:pt x="167097" y="17491"/>
                  </a:lnTo>
                  <a:lnTo>
                    <a:pt x="203847" y="6343"/>
                  </a:lnTo>
                  <a:lnTo>
                    <a:pt x="241842" y="707"/>
                  </a:lnTo>
                  <a:lnTo>
                    <a:pt x="261044" y="0"/>
                  </a:lnTo>
                  <a:lnTo>
                    <a:pt x="262830" y="0"/>
                  </a:lnTo>
                  <a:lnTo>
                    <a:pt x="301133" y="2825"/>
                  </a:lnTo>
                  <a:lnTo>
                    <a:pt x="338607" y="11240"/>
                  </a:lnTo>
                  <a:lnTo>
                    <a:pt x="374441" y="25062"/>
                  </a:lnTo>
                  <a:lnTo>
                    <a:pt x="407858" y="43993"/>
                  </a:lnTo>
                  <a:lnTo>
                    <a:pt x="438137" y="67623"/>
                  </a:lnTo>
                  <a:lnTo>
                    <a:pt x="464620" y="95439"/>
                  </a:lnTo>
                  <a:lnTo>
                    <a:pt x="486735" y="126840"/>
                  </a:lnTo>
                  <a:lnTo>
                    <a:pt x="504004" y="161147"/>
                  </a:lnTo>
                  <a:lnTo>
                    <a:pt x="516051" y="197615"/>
                  </a:lnTo>
                  <a:lnTo>
                    <a:pt x="522617" y="235457"/>
                  </a:lnTo>
                  <a:lnTo>
                    <a:pt x="523874" y="261044"/>
                  </a:lnTo>
                  <a:lnTo>
                    <a:pt x="523874" y="262830"/>
                  </a:lnTo>
                  <a:lnTo>
                    <a:pt x="521049" y="301133"/>
                  </a:lnTo>
                  <a:lnTo>
                    <a:pt x="512634" y="338607"/>
                  </a:lnTo>
                  <a:lnTo>
                    <a:pt x="498812" y="374441"/>
                  </a:lnTo>
                  <a:lnTo>
                    <a:pt x="479881" y="407858"/>
                  </a:lnTo>
                  <a:lnTo>
                    <a:pt x="456251" y="438137"/>
                  </a:lnTo>
                  <a:lnTo>
                    <a:pt x="428435" y="464620"/>
                  </a:lnTo>
                  <a:lnTo>
                    <a:pt x="397034" y="486735"/>
                  </a:lnTo>
                  <a:lnTo>
                    <a:pt x="362727" y="504004"/>
                  </a:lnTo>
                  <a:lnTo>
                    <a:pt x="326259" y="516051"/>
                  </a:lnTo>
                  <a:lnTo>
                    <a:pt x="288417" y="522617"/>
                  </a:lnTo>
                  <a:lnTo>
                    <a:pt x="262830" y="523874"/>
                  </a:lnTo>
                  <a:lnTo>
                    <a:pt x="261044" y="523874"/>
                  </a:lnTo>
                  <a:lnTo>
                    <a:pt x="222741" y="521049"/>
                  </a:lnTo>
                  <a:lnTo>
                    <a:pt x="185267" y="512634"/>
                  </a:lnTo>
                  <a:lnTo>
                    <a:pt x="149433" y="498812"/>
                  </a:lnTo>
                  <a:lnTo>
                    <a:pt x="116015" y="479881"/>
                  </a:lnTo>
                  <a:lnTo>
                    <a:pt x="85737" y="456251"/>
                  </a:lnTo>
                  <a:lnTo>
                    <a:pt x="59254" y="428435"/>
                  </a:lnTo>
                  <a:lnTo>
                    <a:pt x="37138" y="397034"/>
                  </a:lnTo>
                  <a:lnTo>
                    <a:pt x="19870" y="362727"/>
                  </a:lnTo>
                  <a:lnTo>
                    <a:pt x="7822" y="326259"/>
                  </a:lnTo>
                  <a:lnTo>
                    <a:pt x="1257" y="288417"/>
                  </a:lnTo>
                  <a:lnTo>
                    <a:pt x="0" y="262830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52846" y="4163317"/>
              <a:ext cx="265430" cy="266065"/>
            </a:xfrm>
            <a:custGeom>
              <a:avLst/>
              <a:gdLst/>
              <a:ahLst/>
              <a:cxnLst/>
              <a:rect l="l" t="t" r="r" b="b"/>
              <a:pathLst>
                <a:path w="265430" h="266064">
                  <a:moveTo>
                    <a:pt x="189559" y="56698"/>
                  </a:moveTo>
                  <a:lnTo>
                    <a:pt x="183807" y="16985"/>
                  </a:lnTo>
                  <a:lnTo>
                    <a:pt x="157590" y="189"/>
                  </a:lnTo>
                  <a:lnTo>
                    <a:pt x="154511" y="0"/>
                  </a:lnTo>
                </a:path>
                <a:path w="265430" h="266064">
                  <a:moveTo>
                    <a:pt x="67077" y="265630"/>
                  </a:moveTo>
                  <a:lnTo>
                    <a:pt x="42016" y="244302"/>
                  </a:lnTo>
                  <a:lnTo>
                    <a:pt x="40854" y="234771"/>
                  </a:lnTo>
                </a:path>
                <a:path w="265430" h="266064">
                  <a:moveTo>
                    <a:pt x="99516" y="1765"/>
                  </a:moveTo>
                  <a:lnTo>
                    <a:pt x="76651" y="38168"/>
                  </a:lnTo>
                  <a:lnTo>
                    <a:pt x="76329" y="46895"/>
                  </a:lnTo>
                  <a:lnTo>
                    <a:pt x="76245" y="56700"/>
                  </a:lnTo>
                </a:path>
                <a:path w="265430" h="266064">
                  <a:moveTo>
                    <a:pt x="265063" y="56680"/>
                  </a:moveTo>
                  <a:lnTo>
                    <a:pt x="0" y="56679"/>
                  </a:lnTo>
                </a:path>
              </a:pathLst>
            </a:custGeom>
            <a:ln w="11765">
              <a:solidFill>
                <a:srgbClr val="26252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924" y="4214162"/>
              <a:ext cx="185037" cy="221043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772307" y="4163317"/>
              <a:ext cx="135255" cy="234950"/>
            </a:xfrm>
            <a:custGeom>
              <a:avLst/>
              <a:gdLst/>
              <a:ahLst/>
              <a:cxnLst/>
              <a:rect l="l" t="t" r="r" b="b"/>
              <a:pathLst>
                <a:path w="135255" h="234950">
                  <a:moveTo>
                    <a:pt x="21393" y="234771"/>
                  </a:moveTo>
                  <a:lnTo>
                    <a:pt x="0" y="56743"/>
                  </a:lnTo>
                </a:path>
                <a:path w="135255" h="234950">
                  <a:moveTo>
                    <a:pt x="135050" y="0"/>
                  </a:moveTo>
                  <a:lnTo>
                    <a:pt x="80055" y="1765"/>
                  </a:lnTo>
                </a:path>
              </a:pathLst>
            </a:custGeom>
            <a:ln w="11765">
              <a:solidFill>
                <a:srgbClr val="2625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84572" y="4718843"/>
            <a:ext cx="4149725" cy="930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90" b="1">
                <a:solidFill>
                  <a:srgbClr val="262525"/>
                </a:solidFill>
                <a:latin typeface="Tahoma"/>
                <a:cs typeface="Tahoma"/>
              </a:rPr>
              <a:t>Delete</a:t>
            </a:r>
            <a:r>
              <a:rPr dirty="0" sz="1750" spc="-16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750" spc="-20" b="1">
                <a:solidFill>
                  <a:srgbClr val="262525"/>
                </a:solidFill>
                <a:latin typeface="Tahoma"/>
                <a:cs typeface="Tahoma"/>
              </a:rPr>
              <a:t>Rules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9500"/>
              </a:lnSpc>
              <a:spcBef>
                <a:spcPts val="680"/>
              </a:spcBef>
            </a:pP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Remove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outdated</a:t>
            </a:r>
            <a:r>
              <a:rPr dirty="0" sz="1400" spc="-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automation</a:t>
            </a:r>
            <a:r>
              <a:rPr dirty="0" sz="1400" spc="-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logic</a:t>
            </a:r>
            <a:r>
              <a:rPr dirty="0" sz="1400" spc="-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that</a:t>
            </a:r>
            <a:r>
              <a:rPr dirty="0" sz="1400" spc="-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is</a:t>
            </a:r>
            <a:r>
              <a:rPr dirty="0" sz="1400" spc="-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no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 longer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applicable</a:t>
            </a:r>
            <a:r>
              <a:rPr dirty="0" sz="1400" spc="5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to</a:t>
            </a:r>
            <a:r>
              <a:rPr dirty="0" sz="1400" spc="6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current</a:t>
            </a:r>
            <a:r>
              <a:rPr dirty="0" sz="1400" spc="6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operations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800724" y="3763267"/>
            <a:ext cx="5010150" cy="533400"/>
            <a:chOff x="5800724" y="3763267"/>
            <a:chExt cx="5010150" cy="533400"/>
          </a:xfrm>
        </p:grpSpPr>
        <p:sp>
          <p:nvSpPr>
            <p:cNvPr id="28" name="object 28" descr=""/>
            <p:cNvSpPr/>
            <p:nvPr/>
          </p:nvSpPr>
          <p:spPr>
            <a:xfrm>
              <a:off x="6072186" y="3948111"/>
              <a:ext cx="4733925" cy="161925"/>
            </a:xfrm>
            <a:custGeom>
              <a:avLst/>
              <a:gdLst/>
              <a:ahLst/>
              <a:cxnLst/>
              <a:rect l="l" t="t" r="r" b="b"/>
              <a:pathLst>
                <a:path w="4733925" h="161925">
                  <a:moveTo>
                    <a:pt x="4680423" y="161924"/>
                  </a:moveTo>
                  <a:lnTo>
                    <a:pt x="53501" y="161924"/>
                  </a:lnTo>
                  <a:lnTo>
                    <a:pt x="49777" y="161557"/>
                  </a:lnTo>
                  <a:lnTo>
                    <a:pt x="14113" y="142495"/>
                  </a:lnTo>
                  <a:lnTo>
                    <a:pt x="0" y="108423"/>
                  </a:lnTo>
                  <a:lnTo>
                    <a:pt x="0" y="104664"/>
                  </a:lnTo>
                  <a:lnTo>
                    <a:pt x="0" y="53500"/>
                  </a:lnTo>
                  <a:lnTo>
                    <a:pt x="19430" y="14112"/>
                  </a:lnTo>
                  <a:lnTo>
                    <a:pt x="53501" y="0"/>
                  </a:lnTo>
                  <a:lnTo>
                    <a:pt x="4680423" y="0"/>
                  </a:lnTo>
                  <a:lnTo>
                    <a:pt x="4719810" y="19429"/>
                  </a:lnTo>
                  <a:lnTo>
                    <a:pt x="4733924" y="53500"/>
                  </a:lnTo>
                  <a:lnTo>
                    <a:pt x="4733924" y="108423"/>
                  </a:lnTo>
                  <a:lnTo>
                    <a:pt x="4714493" y="147811"/>
                  </a:lnTo>
                  <a:lnTo>
                    <a:pt x="4684146" y="161557"/>
                  </a:lnTo>
                  <a:lnTo>
                    <a:pt x="4680423" y="16192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072186" y="3948111"/>
              <a:ext cx="4733925" cy="161925"/>
            </a:xfrm>
            <a:custGeom>
              <a:avLst/>
              <a:gdLst/>
              <a:ahLst/>
              <a:cxnLst/>
              <a:rect l="l" t="t" r="r" b="b"/>
              <a:pathLst>
                <a:path w="4733925" h="161925">
                  <a:moveTo>
                    <a:pt x="0" y="104664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6" y="49776"/>
                  </a:lnTo>
                  <a:lnTo>
                    <a:pt x="1099" y="46089"/>
                  </a:lnTo>
                  <a:lnTo>
                    <a:pt x="1832" y="42401"/>
                  </a:lnTo>
                  <a:lnTo>
                    <a:pt x="2919" y="38821"/>
                  </a:lnTo>
                  <a:lnTo>
                    <a:pt x="4358" y="35347"/>
                  </a:lnTo>
                  <a:lnTo>
                    <a:pt x="5797" y="31873"/>
                  </a:lnTo>
                  <a:lnTo>
                    <a:pt x="7561" y="28574"/>
                  </a:lnTo>
                  <a:lnTo>
                    <a:pt x="9649" y="25447"/>
                  </a:lnTo>
                  <a:lnTo>
                    <a:pt x="11738" y="22321"/>
                  </a:lnTo>
                  <a:lnTo>
                    <a:pt x="14113" y="19429"/>
                  </a:lnTo>
                  <a:lnTo>
                    <a:pt x="16771" y="16771"/>
                  </a:lnTo>
                  <a:lnTo>
                    <a:pt x="19430" y="14112"/>
                  </a:lnTo>
                  <a:lnTo>
                    <a:pt x="53501" y="0"/>
                  </a:lnTo>
                  <a:lnTo>
                    <a:pt x="57261" y="0"/>
                  </a:lnTo>
                  <a:lnTo>
                    <a:pt x="4676664" y="0"/>
                  </a:lnTo>
                  <a:lnTo>
                    <a:pt x="4680423" y="0"/>
                  </a:lnTo>
                  <a:lnTo>
                    <a:pt x="4684146" y="366"/>
                  </a:lnTo>
                  <a:lnTo>
                    <a:pt x="4719810" y="19429"/>
                  </a:lnTo>
                  <a:lnTo>
                    <a:pt x="4733925" y="57260"/>
                  </a:lnTo>
                  <a:lnTo>
                    <a:pt x="4733925" y="104664"/>
                  </a:lnTo>
                  <a:lnTo>
                    <a:pt x="4719810" y="142495"/>
                  </a:lnTo>
                  <a:lnTo>
                    <a:pt x="4684146" y="161557"/>
                  </a:lnTo>
                  <a:lnTo>
                    <a:pt x="4676664" y="161924"/>
                  </a:lnTo>
                  <a:lnTo>
                    <a:pt x="57261" y="161924"/>
                  </a:lnTo>
                  <a:lnTo>
                    <a:pt x="19430" y="147811"/>
                  </a:lnTo>
                  <a:lnTo>
                    <a:pt x="1099" y="115835"/>
                  </a:lnTo>
                  <a:lnTo>
                    <a:pt x="366" y="112147"/>
                  </a:lnTo>
                  <a:lnTo>
                    <a:pt x="0" y="108423"/>
                  </a:lnTo>
                  <a:lnTo>
                    <a:pt x="0" y="104664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805487" y="3768108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269238" y="523717"/>
                  </a:moveTo>
                  <a:lnTo>
                    <a:pt x="229087" y="521833"/>
                  </a:lnTo>
                  <a:lnTo>
                    <a:pt x="191422" y="514340"/>
                  </a:lnTo>
                  <a:lnTo>
                    <a:pt x="155256" y="501400"/>
                  </a:lnTo>
                  <a:lnTo>
                    <a:pt x="121387" y="483297"/>
                  </a:lnTo>
                  <a:lnTo>
                    <a:pt x="90535" y="460415"/>
                  </a:lnTo>
                  <a:lnTo>
                    <a:pt x="63380" y="433260"/>
                  </a:lnTo>
                  <a:lnTo>
                    <a:pt x="40498" y="402408"/>
                  </a:lnTo>
                  <a:lnTo>
                    <a:pt x="22395" y="368539"/>
                  </a:lnTo>
                  <a:lnTo>
                    <a:pt x="9455" y="332373"/>
                  </a:lnTo>
                  <a:lnTo>
                    <a:pt x="1963" y="294708"/>
                  </a:lnTo>
                  <a:lnTo>
                    <a:pt x="0" y="262751"/>
                  </a:lnTo>
                  <a:lnTo>
                    <a:pt x="78" y="254557"/>
                  </a:lnTo>
                  <a:lnTo>
                    <a:pt x="3842" y="216339"/>
                  </a:lnTo>
                  <a:lnTo>
                    <a:pt x="13175" y="179079"/>
                  </a:lnTo>
                  <a:lnTo>
                    <a:pt x="27872" y="143599"/>
                  </a:lnTo>
                  <a:lnTo>
                    <a:pt x="47619" y="110652"/>
                  </a:lnTo>
                  <a:lnTo>
                    <a:pt x="71982" y="80966"/>
                  </a:lnTo>
                  <a:lnTo>
                    <a:pt x="100443" y="55171"/>
                  </a:lnTo>
                  <a:lnTo>
                    <a:pt x="132374" y="33835"/>
                  </a:lnTo>
                  <a:lnTo>
                    <a:pt x="167097" y="17412"/>
                  </a:lnTo>
                  <a:lnTo>
                    <a:pt x="203847" y="6264"/>
                  </a:lnTo>
                  <a:lnTo>
                    <a:pt x="241842" y="628"/>
                  </a:lnTo>
                  <a:lnTo>
                    <a:pt x="269238" y="0"/>
                  </a:lnTo>
                  <a:lnTo>
                    <a:pt x="282032" y="628"/>
                  </a:lnTo>
                  <a:lnTo>
                    <a:pt x="320027" y="6264"/>
                  </a:lnTo>
                  <a:lnTo>
                    <a:pt x="356777" y="17412"/>
                  </a:lnTo>
                  <a:lnTo>
                    <a:pt x="391500" y="33835"/>
                  </a:lnTo>
                  <a:lnTo>
                    <a:pt x="423431" y="55171"/>
                  </a:lnTo>
                  <a:lnTo>
                    <a:pt x="451892" y="80966"/>
                  </a:lnTo>
                  <a:lnTo>
                    <a:pt x="476255" y="110652"/>
                  </a:lnTo>
                  <a:lnTo>
                    <a:pt x="496002" y="143599"/>
                  </a:lnTo>
                  <a:lnTo>
                    <a:pt x="510699" y="179079"/>
                  </a:lnTo>
                  <a:lnTo>
                    <a:pt x="520032" y="216339"/>
                  </a:lnTo>
                  <a:lnTo>
                    <a:pt x="523796" y="254557"/>
                  </a:lnTo>
                  <a:lnTo>
                    <a:pt x="523796" y="269160"/>
                  </a:lnTo>
                  <a:lnTo>
                    <a:pt x="520032" y="307378"/>
                  </a:lnTo>
                  <a:lnTo>
                    <a:pt x="510699" y="344638"/>
                  </a:lnTo>
                  <a:lnTo>
                    <a:pt x="496002" y="380118"/>
                  </a:lnTo>
                  <a:lnTo>
                    <a:pt x="476255" y="413065"/>
                  </a:lnTo>
                  <a:lnTo>
                    <a:pt x="451892" y="442751"/>
                  </a:lnTo>
                  <a:lnTo>
                    <a:pt x="423431" y="468546"/>
                  </a:lnTo>
                  <a:lnTo>
                    <a:pt x="391500" y="489882"/>
                  </a:lnTo>
                  <a:lnTo>
                    <a:pt x="356777" y="506305"/>
                  </a:lnTo>
                  <a:lnTo>
                    <a:pt x="320027" y="517453"/>
                  </a:lnTo>
                  <a:lnTo>
                    <a:pt x="282032" y="523089"/>
                  </a:lnTo>
                  <a:lnTo>
                    <a:pt x="269238" y="523717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805487" y="3768030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0" y="262830"/>
                  </a:moveTo>
                  <a:lnTo>
                    <a:pt x="0" y="261044"/>
                  </a:lnTo>
                  <a:lnTo>
                    <a:pt x="78" y="254636"/>
                  </a:lnTo>
                  <a:lnTo>
                    <a:pt x="3842" y="216417"/>
                  </a:lnTo>
                  <a:lnTo>
                    <a:pt x="13175" y="179157"/>
                  </a:lnTo>
                  <a:lnTo>
                    <a:pt x="27872" y="143677"/>
                  </a:lnTo>
                  <a:lnTo>
                    <a:pt x="47619" y="110731"/>
                  </a:lnTo>
                  <a:lnTo>
                    <a:pt x="71982" y="81045"/>
                  </a:lnTo>
                  <a:lnTo>
                    <a:pt x="100443" y="55249"/>
                  </a:lnTo>
                  <a:lnTo>
                    <a:pt x="132374" y="33913"/>
                  </a:lnTo>
                  <a:lnTo>
                    <a:pt x="167097" y="17491"/>
                  </a:lnTo>
                  <a:lnTo>
                    <a:pt x="203847" y="6343"/>
                  </a:lnTo>
                  <a:lnTo>
                    <a:pt x="241842" y="707"/>
                  </a:lnTo>
                  <a:lnTo>
                    <a:pt x="261044" y="0"/>
                  </a:lnTo>
                  <a:lnTo>
                    <a:pt x="262830" y="0"/>
                  </a:lnTo>
                  <a:lnTo>
                    <a:pt x="301133" y="2825"/>
                  </a:lnTo>
                  <a:lnTo>
                    <a:pt x="338607" y="11240"/>
                  </a:lnTo>
                  <a:lnTo>
                    <a:pt x="374441" y="25062"/>
                  </a:lnTo>
                  <a:lnTo>
                    <a:pt x="407858" y="43993"/>
                  </a:lnTo>
                  <a:lnTo>
                    <a:pt x="438137" y="67623"/>
                  </a:lnTo>
                  <a:lnTo>
                    <a:pt x="464620" y="95439"/>
                  </a:lnTo>
                  <a:lnTo>
                    <a:pt x="486735" y="126840"/>
                  </a:lnTo>
                  <a:lnTo>
                    <a:pt x="504004" y="161147"/>
                  </a:lnTo>
                  <a:lnTo>
                    <a:pt x="516051" y="197615"/>
                  </a:lnTo>
                  <a:lnTo>
                    <a:pt x="522617" y="235457"/>
                  </a:lnTo>
                  <a:lnTo>
                    <a:pt x="523874" y="261044"/>
                  </a:lnTo>
                  <a:lnTo>
                    <a:pt x="523874" y="262830"/>
                  </a:lnTo>
                  <a:lnTo>
                    <a:pt x="521049" y="301133"/>
                  </a:lnTo>
                  <a:lnTo>
                    <a:pt x="512634" y="338607"/>
                  </a:lnTo>
                  <a:lnTo>
                    <a:pt x="498812" y="374441"/>
                  </a:lnTo>
                  <a:lnTo>
                    <a:pt x="479881" y="407858"/>
                  </a:lnTo>
                  <a:lnTo>
                    <a:pt x="456251" y="438137"/>
                  </a:lnTo>
                  <a:lnTo>
                    <a:pt x="428435" y="464620"/>
                  </a:lnTo>
                  <a:lnTo>
                    <a:pt x="397034" y="486735"/>
                  </a:lnTo>
                  <a:lnTo>
                    <a:pt x="362727" y="504004"/>
                  </a:lnTo>
                  <a:lnTo>
                    <a:pt x="326259" y="516051"/>
                  </a:lnTo>
                  <a:lnTo>
                    <a:pt x="288417" y="522617"/>
                  </a:lnTo>
                  <a:lnTo>
                    <a:pt x="262830" y="523874"/>
                  </a:lnTo>
                  <a:lnTo>
                    <a:pt x="261044" y="523874"/>
                  </a:lnTo>
                  <a:lnTo>
                    <a:pt x="222741" y="521049"/>
                  </a:lnTo>
                  <a:lnTo>
                    <a:pt x="185267" y="512634"/>
                  </a:lnTo>
                  <a:lnTo>
                    <a:pt x="149433" y="498812"/>
                  </a:lnTo>
                  <a:lnTo>
                    <a:pt x="116015" y="479881"/>
                  </a:lnTo>
                  <a:lnTo>
                    <a:pt x="85737" y="456251"/>
                  </a:lnTo>
                  <a:lnTo>
                    <a:pt x="59254" y="428435"/>
                  </a:lnTo>
                  <a:lnTo>
                    <a:pt x="37138" y="397034"/>
                  </a:lnTo>
                  <a:lnTo>
                    <a:pt x="19870" y="362727"/>
                  </a:lnTo>
                  <a:lnTo>
                    <a:pt x="7822" y="326259"/>
                  </a:lnTo>
                  <a:lnTo>
                    <a:pt x="1257" y="288417"/>
                  </a:lnTo>
                  <a:lnTo>
                    <a:pt x="0" y="262830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7894" y="3961006"/>
              <a:ext cx="278160" cy="137009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5967957" y="4452143"/>
            <a:ext cx="4359910" cy="930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35" b="1">
                <a:solidFill>
                  <a:srgbClr val="262525"/>
                </a:solidFill>
                <a:latin typeface="Tahoma"/>
                <a:cs typeface="Tahoma"/>
              </a:rPr>
              <a:t>Enable/Disable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9500"/>
              </a:lnSpc>
              <a:spcBef>
                <a:spcPts val="680"/>
              </a:spcBef>
            </a:pP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Temporarily</a:t>
            </a:r>
            <a:r>
              <a:rPr dirty="0" sz="1400" spc="3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deactivate</a:t>
            </a:r>
            <a:r>
              <a:rPr dirty="0" sz="1400" spc="3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rules</a:t>
            </a:r>
            <a:r>
              <a:rPr dirty="0" sz="1400" spc="3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without</a:t>
            </a:r>
            <a:r>
              <a:rPr dirty="0" sz="1400" spc="3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deleting</a:t>
            </a:r>
            <a:r>
              <a:rPr dirty="0" sz="1400" spc="3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them</a:t>
            </a:r>
            <a:r>
              <a:rPr dirty="0" sz="1400" spc="3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525"/>
                </a:solidFill>
                <a:latin typeface="Tahoma"/>
                <a:cs typeface="Tahoma"/>
              </a:rPr>
              <a:t>for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testing</a:t>
            </a:r>
            <a:r>
              <a:rPr dirty="0" sz="1400" spc="-5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525"/>
                </a:solidFill>
                <a:latin typeface="Tahoma"/>
                <a:cs typeface="Tahoma"/>
              </a:rPr>
              <a:t>and </a:t>
            </a:r>
            <a:r>
              <a:rPr dirty="0" sz="1400" spc="-10">
                <a:solidFill>
                  <a:srgbClr val="262525"/>
                </a:solidFill>
                <a:latin typeface="Tahoma"/>
                <a:cs typeface="Tahoma"/>
              </a:rPr>
              <a:t>troubleshooting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4286250" cy="6429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2778" rIns="0" bIns="0" rtlCol="0" vert="horz">
            <a:spAutoFit/>
          </a:bodyPr>
          <a:lstStyle/>
          <a:p>
            <a:pPr marL="4298950">
              <a:lnSpc>
                <a:spcPct val="100000"/>
              </a:lnSpc>
              <a:spcBef>
                <a:spcPts val="140"/>
              </a:spcBef>
            </a:pPr>
            <a:r>
              <a:rPr dirty="0" spc="-75"/>
              <a:t>System</a:t>
            </a:r>
            <a:r>
              <a:rPr dirty="0" spc="-320"/>
              <a:t> </a:t>
            </a:r>
            <a:r>
              <a:rPr dirty="0" spc="-120"/>
              <a:t>Features</a:t>
            </a:r>
            <a:r>
              <a:rPr dirty="0" spc="-315"/>
              <a:t> </a:t>
            </a:r>
            <a:r>
              <a:rPr dirty="0" spc="495"/>
              <a:t>s</a:t>
            </a:r>
            <a:r>
              <a:rPr dirty="0" spc="-315"/>
              <a:t> </a:t>
            </a:r>
            <a:r>
              <a:rPr dirty="0" spc="-80"/>
              <a:t>Capabilities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905375" y="1600199"/>
            <a:ext cx="2876550" cy="2028825"/>
            <a:chOff x="4905375" y="1600199"/>
            <a:chExt cx="2876550" cy="2028825"/>
          </a:xfrm>
        </p:grpSpPr>
        <p:sp>
          <p:nvSpPr>
            <p:cNvPr id="5" name="object 5" descr=""/>
            <p:cNvSpPr/>
            <p:nvPr/>
          </p:nvSpPr>
          <p:spPr>
            <a:xfrm>
              <a:off x="4910137" y="1604962"/>
              <a:ext cx="2867025" cy="2019300"/>
            </a:xfrm>
            <a:custGeom>
              <a:avLst/>
              <a:gdLst/>
              <a:ahLst/>
              <a:cxnLst/>
              <a:rect l="l" t="t" r="r" b="b"/>
              <a:pathLst>
                <a:path w="2867025" h="2019300">
                  <a:moveTo>
                    <a:pt x="2819323" y="0"/>
                  </a:moveTo>
                  <a:lnTo>
                    <a:pt x="47701" y="0"/>
                  </a:lnTo>
                  <a:lnTo>
                    <a:pt x="44386" y="330"/>
                  </a:lnTo>
                  <a:lnTo>
                    <a:pt x="10464" y="19900"/>
                  </a:lnTo>
                  <a:lnTo>
                    <a:pt x="0" y="47701"/>
                  </a:lnTo>
                  <a:lnTo>
                    <a:pt x="0" y="1968246"/>
                  </a:lnTo>
                  <a:lnTo>
                    <a:pt x="0" y="1971586"/>
                  </a:lnTo>
                  <a:lnTo>
                    <a:pt x="17322" y="2006714"/>
                  </a:lnTo>
                  <a:lnTo>
                    <a:pt x="47701" y="2019300"/>
                  </a:lnTo>
                  <a:lnTo>
                    <a:pt x="2819323" y="2019300"/>
                  </a:lnTo>
                  <a:lnTo>
                    <a:pt x="2854439" y="2001977"/>
                  </a:lnTo>
                  <a:lnTo>
                    <a:pt x="2867025" y="1971586"/>
                  </a:lnTo>
                  <a:lnTo>
                    <a:pt x="2867025" y="47701"/>
                  </a:lnTo>
                  <a:lnTo>
                    <a:pt x="2849702" y="12585"/>
                  </a:lnTo>
                  <a:lnTo>
                    <a:pt x="2822638" y="330"/>
                  </a:lnTo>
                  <a:lnTo>
                    <a:pt x="2819323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10137" y="1604962"/>
              <a:ext cx="2867025" cy="2019300"/>
            </a:xfrm>
            <a:custGeom>
              <a:avLst/>
              <a:gdLst/>
              <a:ahLst/>
              <a:cxnLst/>
              <a:rect l="l" t="t" r="r" b="b"/>
              <a:pathLst>
                <a:path w="2867025" h="2019300">
                  <a:moveTo>
                    <a:pt x="0" y="1968246"/>
                  </a:moveTo>
                  <a:lnTo>
                    <a:pt x="0" y="51054"/>
                  </a:lnTo>
                  <a:lnTo>
                    <a:pt x="0" y="47701"/>
                  </a:lnTo>
                  <a:lnTo>
                    <a:pt x="330" y="44386"/>
                  </a:lnTo>
                  <a:lnTo>
                    <a:pt x="977" y="41097"/>
                  </a:lnTo>
                  <a:lnTo>
                    <a:pt x="1638" y="37807"/>
                  </a:lnTo>
                  <a:lnTo>
                    <a:pt x="2603" y="34607"/>
                  </a:lnTo>
                  <a:lnTo>
                    <a:pt x="3886" y="31521"/>
                  </a:lnTo>
                  <a:lnTo>
                    <a:pt x="5168" y="28422"/>
                  </a:lnTo>
                  <a:lnTo>
                    <a:pt x="31521" y="3886"/>
                  </a:lnTo>
                  <a:lnTo>
                    <a:pt x="34620" y="2603"/>
                  </a:lnTo>
                  <a:lnTo>
                    <a:pt x="37807" y="1638"/>
                  </a:lnTo>
                  <a:lnTo>
                    <a:pt x="41097" y="977"/>
                  </a:lnTo>
                  <a:lnTo>
                    <a:pt x="44386" y="330"/>
                  </a:lnTo>
                  <a:lnTo>
                    <a:pt x="47701" y="0"/>
                  </a:lnTo>
                  <a:lnTo>
                    <a:pt x="51054" y="0"/>
                  </a:lnTo>
                  <a:lnTo>
                    <a:pt x="2815971" y="0"/>
                  </a:lnTo>
                  <a:lnTo>
                    <a:pt x="2819323" y="0"/>
                  </a:lnTo>
                  <a:lnTo>
                    <a:pt x="2822638" y="330"/>
                  </a:lnTo>
                  <a:lnTo>
                    <a:pt x="2825927" y="977"/>
                  </a:lnTo>
                  <a:lnTo>
                    <a:pt x="2829217" y="1638"/>
                  </a:lnTo>
                  <a:lnTo>
                    <a:pt x="2832404" y="2603"/>
                  </a:lnTo>
                  <a:lnTo>
                    <a:pt x="2835503" y="3886"/>
                  </a:lnTo>
                  <a:lnTo>
                    <a:pt x="2838602" y="5168"/>
                  </a:lnTo>
                  <a:lnTo>
                    <a:pt x="2852064" y="14947"/>
                  </a:lnTo>
                  <a:lnTo>
                    <a:pt x="2854439" y="17322"/>
                  </a:lnTo>
                  <a:lnTo>
                    <a:pt x="2856560" y="19900"/>
                  </a:lnTo>
                  <a:lnTo>
                    <a:pt x="2858414" y="22694"/>
                  </a:lnTo>
                  <a:lnTo>
                    <a:pt x="2860281" y="25476"/>
                  </a:lnTo>
                  <a:lnTo>
                    <a:pt x="2861856" y="28422"/>
                  </a:lnTo>
                  <a:lnTo>
                    <a:pt x="2863138" y="31521"/>
                  </a:lnTo>
                  <a:lnTo>
                    <a:pt x="2864421" y="34607"/>
                  </a:lnTo>
                  <a:lnTo>
                    <a:pt x="2865386" y="37807"/>
                  </a:lnTo>
                  <a:lnTo>
                    <a:pt x="2866047" y="41097"/>
                  </a:lnTo>
                  <a:lnTo>
                    <a:pt x="2866694" y="44386"/>
                  </a:lnTo>
                  <a:lnTo>
                    <a:pt x="2867025" y="47701"/>
                  </a:lnTo>
                  <a:lnTo>
                    <a:pt x="2867025" y="51054"/>
                  </a:lnTo>
                  <a:lnTo>
                    <a:pt x="2867025" y="1968246"/>
                  </a:lnTo>
                  <a:lnTo>
                    <a:pt x="2867025" y="1971586"/>
                  </a:lnTo>
                  <a:lnTo>
                    <a:pt x="2866694" y="1974913"/>
                  </a:lnTo>
                  <a:lnTo>
                    <a:pt x="2858414" y="1996605"/>
                  </a:lnTo>
                  <a:lnTo>
                    <a:pt x="2856560" y="1999386"/>
                  </a:lnTo>
                  <a:lnTo>
                    <a:pt x="2854439" y="2001977"/>
                  </a:lnTo>
                  <a:lnTo>
                    <a:pt x="2852064" y="2004339"/>
                  </a:lnTo>
                  <a:lnTo>
                    <a:pt x="2849702" y="2006714"/>
                  </a:lnTo>
                  <a:lnTo>
                    <a:pt x="2847124" y="2008835"/>
                  </a:lnTo>
                  <a:lnTo>
                    <a:pt x="2844330" y="2010689"/>
                  </a:lnTo>
                  <a:lnTo>
                    <a:pt x="2841548" y="2012556"/>
                  </a:lnTo>
                  <a:lnTo>
                    <a:pt x="2838602" y="2014131"/>
                  </a:lnTo>
                  <a:lnTo>
                    <a:pt x="2835503" y="2015413"/>
                  </a:lnTo>
                  <a:lnTo>
                    <a:pt x="2832404" y="2016696"/>
                  </a:lnTo>
                  <a:lnTo>
                    <a:pt x="2829217" y="2017661"/>
                  </a:lnTo>
                  <a:lnTo>
                    <a:pt x="2825927" y="2018322"/>
                  </a:lnTo>
                  <a:lnTo>
                    <a:pt x="2822638" y="2018969"/>
                  </a:lnTo>
                  <a:lnTo>
                    <a:pt x="2819323" y="2019300"/>
                  </a:lnTo>
                  <a:lnTo>
                    <a:pt x="2815971" y="2019300"/>
                  </a:lnTo>
                  <a:lnTo>
                    <a:pt x="51054" y="2019300"/>
                  </a:lnTo>
                  <a:lnTo>
                    <a:pt x="47701" y="2019300"/>
                  </a:lnTo>
                  <a:lnTo>
                    <a:pt x="44386" y="2018969"/>
                  </a:lnTo>
                  <a:lnTo>
                    <a:pt x="41097" y="2018322"/>
                  </a:lnTo>
                  <a:lnTo>
                    <a:pt x="37807" y="2017661"/>
                  </a:lnTo>
                  <a:lnTo>
                    <a:pt x="34620" y="2016696"/>
                  </a:lnTo>
                  <a:lnTo>
                    <a:pt x="31521" y="2015413"/>
                  </a:lnTo>
                  <a:lnTo>
                    <a:pt x="28422" y="2014131"/>
                  </a:lnTo>
                  <a:lnTo>
                    <a:pt x="25476" y="2012556"/>
                  </a:lnTo>
                  <a:lnTo>
                    <a:pt x="22694" y="2010689"/>
                  </a:lnTo>
                  <a:lnTo>
                    <a:pt x="19900" y="2008835"/>
                  </a:lnTo>
                  <a:lnTo>
                    <a:pt x="330" y="1974913"/>
                  </a:lnTo>
                  <a:lnTo>
                    <a:pt x="0" y="1971586"/>
                  </a:lnTo>
                  <a:lnTo>
                    <a:pt x="0" y="1968246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76825" y="17716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2" y="0"/>
                  </a:moveTo>
                  <a:lnTo>
                    <a:pt x="230327" y="0"/>
                  </a:lnTo>
                  <a:lnTo>
                    <a:pt x="222542" y="381"/>
                  </a:lnTo>
                  <a:lnTo>
                    <a:pt x="184023" y="6096"/>
                  </a:lnTo>
                  <a:lnTo>
                    <a:pt x="139788" y="21107"/>
                  </a:lnTo>
                  <a:lnTo>
                    <a:pt x="99352" y="44462"/>
                  </a:lnTo>
                  <a:lnTo>
                    <a:pt x="64223" y="75260"/>
                  </a:lnTo>
                  <a:lnTo>
                    <a:pt x="35801" y="112306"/>
                  </a:lnTo>
                  <a:lnTo>
                    <a:pt x="15138" y="154203"/>
                  </a:lnTo>
                  <a:lnTo>
                    <a:pt x="3060" y="199313"/>
                  </a:lnTo>
                  <a:lnTo>
                    <a:pt x="0" y="230327"/>
                  </a:lnTo>
                  <a:lnTo>
                    <a:pt x="0" y="245922"/>
                  </a:lnTo>
                  <a:lnTo>
                    <a:pt x="6096" y="292227"/>
                  </a:lnTo>
                  <a:lnTo>
                    <a:pt x="21107" y="336461"/>
                  </a:lnTo>
                  <a:lnTo>
                    <a:pt x="44462" y="376897"/>
                  </a:lnTo>
                  <a:lnTo>
                    <a:pt x="75260" y="412013"/>
                  </a:lnTo>
                  <a:lnTo>
                    <a:pt x="112318" y="440448"/>
                  </a:lnTo>
                  <a:lnTo>
                    <a:pt x="154203" y="461098"/>
                  </a:lnTo>
                  <a:lnTo>
                    <a:pt x="199313" y="473189"/>
                  </a:lnTo>
                  <a:lnTo>
                    <a:pt x="230327" y="476250"/>
                  </a:lnTo>
                  <a:lnTo>
                    <a:pt x="245922" y="476250"/>
                  </a:lnTo>
                  <a:lnTo>
                    <a:pt x="292227" y="470154"/>
                  </a:lnTo>
                  <a:lnTo>
                    <a:pt x="336461" y="455142"/>
                  </a:lnTo>
                  <a:lnTo>
                    <a:pt x="376897" y="431787"/>
                  </a:lnTo>
                  <a:lnTo>
                    <a:pt x="412026" y="400989"/>
                  </a:lnTo>
                  <a:lnTo>
                    <a:pt x="440448" y="363931"/>
                  </a:lnTo>
                  <a:lnTo>
                    <a:pt x="461111" y="322046"/>
                  </a:lnTo>
                  <a:lnTo>
                    <a:pt x="473189" y="276936"/>
                  </a:lnTo>
                  <a:lnTo>
                    <a:pt x="476250" y="245922"/>
                  </a:lnTo>
                  <a:lnTo>
                    <a:pt x="476250" y="238125"/>
                  </a:lnTo>
                  <a:lnTo>
                    <a:pt x="476250" y="230327"/>
                  </a:lnTo>
                  <a:lnTo>
                    <a:pt x="470154" y="184023"/>
                  </a:lnTo>
                  <a:lnTo>
                    <a:pt x="455142" y="139788"/>
                  </a:lnTo>
                  <a:lnTo>
                    <a:pt x="431787" y="99339"/>
                  </a:lnTo>
                  <a:lnTo>
                    <a:pt x="400989" y="64223"/>
                  </a:lnTo>
                  <a:lnTo>
                    <a:pt x="363931" y="35801"/>
                  </a:lnTo>
                  <a:lnTo>
                    <a:pt x="322046" y="15138"/>
                  </a:lnTo>
                  <a:lnTo>
                    <a:pt x="276936" y="3048"/>
                  </a:lnTo>
                  <a:lnTo>
                    <a:pt x="253707" y="381"/>
                  </a:lnTo>
                  <a:lnTo>
                    <a:pt x="245922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0926" y="1900236"/>
              <a:ext cx="193698" cy="22467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5062639" y="2369216"/>
            <a:ext cx="2567305" cy="1057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85" b="1">
                <a:solidFill>
                  <a:srgbClr val="262424"/>
                </a:solidFill>
                <a:latin typeface="Tahoma"/>
                <a:cs typeface="Tahoma"/>
              </a:rPr>
              <a:t>Rule</a:t>
            </a:r>
            <a:r>
              <a:rPr dirty="0" sz="1550" spc="-1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62424"/>
                </a:solidFill>
                <a:latin typeface="Tahoma"/>
                <a:cs typeface="Tahoma"/>
              </a:rPr>
              <a:t>Persistence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15"/>
              </a:spcBef>
            </a:pP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Automation</a:t>
            </a:r>
            <a:r>
              <a:rPr dirty="0" sz="12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logic</a:t>
            </a:r>
            <a:r>
              <a:rPr dirty="0" sz="12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preserved</a:t>
            </a:r>
            <a:r>
              <a:rPr dirty="0" sz="12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restored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automatically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after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system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reboots</a:t>
            </a:r>
            <a:r>
              <a:rPr dirty="0" sz="12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or</a:t>
            </a:r>
            <a:r>
              <a:rPr dirty="0" sz="12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failures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934325" y="1600199"/>
            <a:ext cx="2876550" cy="2028825"/>
            <a:chOff x="7934325" y="1600199"/>
            <a:chExt cx="2876550" cy="2028825"/>
          </a:xfrm>
        </p:grpSpPr>
        <p:sp>
          <p:nvSpPr>
            <p:cNvPr id="11" name="object 11" descr=""/>
            <p:cNvSpPr/>
            <p:nvPr/>
          </p:nvSpPr>
          <p:spPr>
            <a:xfrm>
              <a:off x="7939087" y="1604962"/>
              <a:ext cx="2867025" cy="2019300"/>
            </a:xfrm>
            <a:custGeom>
              <a:avLst/>
              <a:gdLst/>
              <a:ahLst/>
              <a:cxnLst/>
              <a:rect l="l" t="t" r="r" b="b"/>
              <a:pathLst>
                <a:path w="2867025" h="2019300">
                  <a:moveTo>
                    <a:pt x="2819323" y="0"/>
                  </a:moveTo>
                  <a:lnTo>
                    <a:pt x="47701" y="0"/>
                  </a:lnTo>
                  <a:lnTo>
                    <a:pt x="44386" y="330"/>
                  </a:lnTo>
                  <a:lnTo>
                    <a:pt x="10464" y="19900"/>
                  </a:lnTo>
                  <a:lnTo>
                    <a:pt x="0" y="47701"/>
                  </a:lnTo>
                  <a:lnTo>
                    <a:pt x="0" y="1968246"/>
                  </a:lnTo>
                  <a:lnTo>
                    <a:pt x="0" y="1971586"/>
                  </a:lnTo>
                  <a:lnTo>
                    <a:pt x="17322" y="2006714"/>
                  </a:lnTo>
                  <a:lnTo>
                    <a:pt x="47701" y="2019300"/>
                  </a:lnTo>
                  <a:lnTo>
                    <a:pt x="2819323" y="2019300"/>
                  </a:lnTo>
                  <a:lnTo>
                    <a:pt x="2854439" y="2001977"/>
                  </a:lnTo>
                  <a:lnTo>
                    <a:pt x="2867025" y="1971586"/>
                  </a:lnTo>
                  <a:lnTo>
                    <a:pt x="2867025" y="47701"/>
                  </a:lnTo>
                  <a:lnTo>
                    <a:pt x="2849702" y="12585"/>
                  </a:lnTo>
                  <a:lnTo>
                    <a:pt x="2822638" y="330"/>
                  </a:lnTo>
                  <a:lnTo>
                    <a:pt x="2819323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39087" y="1604962"/>
              <a:ext cx="2867025" cy="2019300"/>
            </a:xfrm>
            <a:custGeom>
              <a:avLst/>
              <a:gdLst/>
              <a:ahLst/>
              <a:cxnLst/>
              <a:rect l="l" t="t" r="r" b="b"/>
              <a:pathLst>
                <a:path w="2867025" h="2019300">
                  <a:moveTo>
                    <a:pt x="0" y="1968246"/>
                  </a:moveTo>
                  <a:lnTo>
                    <a:pt x="0" y="51054"/>
                  </a:lnTo>
                  <a:lnTo>
                    <a:pt x="0" y="47701"/>
                  </a:lnTo>
                  <a:lnTo>
                    <a:pt x="330" y="44386"/>
                  </a:lnTo>
                  <a:lnTo>
                    <a:pt x="977" y="41097"/>
                  </a:lnTo>
                  <a:lnTo>
                    <a:pt x="1638" y="37807"/>
                  </a:lnTo>
                  <a:lnTo>
                    <a:pt x="2603" y="34607"/>
                  </a:lnTo>
                  <a:lnTo>
                    <a:pt x="3886" y="31521"/>
                  </a:lnTo>
                  <a:lnTo>
                    <a:pt x="5168" y="28422"/>
                  </a:lnTo>
                  <a:lnTo>
                    <a:pt x="31521" y="3886"/>
                  </a:lnTo>
                  <a:lnTo>
                    <a:pt x="34620" y="2603"/>
                  </a:lnTo>
                  <a:lnTo>
                    <a:pt x="37807" y="1638"/>
                  </a:lnTo>
                  <a:lnTo>
                    <a:pt x="41097" y="977"/>
                  </a:lnTo>
                  <a:lnTo>
                    <a:pt x="44386" y="330"/>
                  </a:lnTo>
                  <a:lnTo>
                    <a:pt x="47701" y="0"/>
                  </a:lnTo>
                  <a:lnTo>
                    <a:pt x="51054" y="0"/>
                  </a:lnTo>
                  <a:lnTo>
                    <a:pt x="2815971" y="0"/>
                  </a:lnTo>
                  <a:lnTo>
                    <a:pt x="2819323" y="0"/>
                  </a:lnTo>
                  <a:lnTo>
                    <a:pt x="2822638" y="330"/>
                  </a:lnTo>
                  <a:lnTo>
                    <a:pt x="2825927" y="977"/>
                  </a:lnTo>
                  <a:lnTo>
                    <a:pt x="2829217" y="1638"/>
                  </a:lnTo>
                  <a:lnTo>
                    <a:pt x="2832404" y="2603"/>
                  </a:lnTo>
                  <a:lnTo>
                    <a:pt x="2835503" y="3886"/>
                  </a:lnTo>
                  <a:lnTo>
                    <a:pt x="2838602" y="5168"/>
                  </a:lnTo>
                  <a:lnTo>
                    <a:pt x="2852064" y="14947"/>
                  </a:lnTo>
                  <a:lnTo>
                    <a:pt x="2854439" y="17322"/>
                  </a:lnTo>
                  <a:lnTo>
                    <a:pt x="2856560" y="19900"/>
                  </a:lnTo>
                  <a:lnTo>
                    <a:pt x="2858414" y="22694"/>
                  </a:lnTo>
                  <a:lnTo>
                    <a:pt x="2860281" y="25476"/>
                  </a:lnTo>
                  <a:lnTo>
                    <a:pt x="2861856" y="28422"/>
                  </a:lnTo>
                  <a:lnTo>
                    <a:pt x="2863138" y="31521"/>
                  </a:lnTo>
                  <a:lnTo>
                    <a:pt x="2864421" y="34607"/>
                  </a:lnTo>
                  <a:lnTo>
                    <a:pt x="2865386" y="37807"/>
                  </a:lnTo>
                  <a:lnTo>
                    <a:pt x="2866047" y="41097"/>
                  </a:lnTo>
                  <a:lnTo>
                    <a:pt x="2866694" y="44386"/>
                  </a:lnTo>
                  <a:lnTo>
                    <a:pt x="2867025" y="47701"/>
                  </a:lnTo>
                  <a:lnTo>
                    <a:pt x="2867025" y="51054"/>
                  </a:lnTo>
                  <a:lnTo>
                    <a:pt x="2867025" y="1968246"/>
                  </a:lnTo>
                  <a:lnTo>
                    <a:pt x="2867025" y="1971586"/>
                  </a:lnTo>
                  <a:lnTo>
                    <a:pt x="2866694" y="1974913"/>
                  </a:lnTo>
                  <a:lnTo>
                    <a:pt x="2858414" y="1996605"/>
                  </a:lnTo>
                  <a:lnTo>
                    <a:pt x="2856560" y="1999386"/>
                  </a:lnTo>
                  <a:lnTo>
                    <a:pt x="2854439" y="2001977"/>
                  </a:lnTo>
                  <a:lnTo>
                    <a:pt x="2852064" y="2004339"/>
                  </a:lnTo>
                  <a:lnTo>
                    <a:pt x="2849702" y="2006714"/>
                  </a:lnTo>
                  <a:lnTo>
                    <a:pt x="2847124" y="2008835"/>
                  </a:lnTo>
                  <a:lnTo>
                    <a:pt x="2844330" y="2010689"/>
                  </a:lnTo>
                  <a:lnTo>
                    <a:pt x="2841548" y="2012556"/>
                  </a:lnTo>
                  <a:lnTo>
                    <a:pt x="2838602" y="2014131"/>
                  </a:lnTo>
                  <a:lnTo>
                    <a:pt x="2835503" y="2015413"/>
                  </a:lnTo>
                  <a:lnTo>
                    <a:pt x="2832404" y="2016696"/>
                  </a:lnTo>
                  <a:lnTo>
                    <a:pt x="2829217" y="2017661"/>
                  </a:lnTo>
                  <a:lnTo>
                    <a:pt x="2825927" y="2018322"/>
                  </a:lnTo>
                  <a:lnTo>
                    <a:pt x="2822638" y="2018969"/>
                  </a:lnTo>
                  <a:lnTo>
                    <a:pt x="2819323" y="2019300"/>
                  </a:lnTo>
                  <a:lnTo>
                    <a:pt x="2815971" y="2019300"/>
                  </a:lnTo>
                  <a:lnTo>
                    <a:pt x="51054" y="2019300"/>
                  </a:lnTo>
                  <a:lnTo>
                    <a:pt x="47701" y="2019300"/>
                  </a:lnTo>
                  <a:lnTo>
                    <a:pt x="44386" y="2018969"/>
                  </a:lnTo>
                  <a:lnTo>
                    <a:pt x="41097" y="2018322"/>
                  </a:lnTo>
                  <a:lnTo>
                    <a:pt x="37807" y="2017661"/>
                  </a:lnTo>
                  <a:lnTo>
                    <a:pt x="34620" y="2016696"/>
                  </a:lnTo>
                  <a:lnTo>
                    <a:pt x="31521" y="2015413"/>
                  </a:lnTo>
                  <a:lnTo>
                    <a:pt x="28422" y="2014131"/>
                  </a:lnTo>
                  <a:lnTo>
                    <a:pt x="25476" y="2012556"/>
                  </a:lnTo>
                  <a:lnTo>
                    <a:pt x="22694" y="2010689"/>
                  </a:lnTo>
                  <a:lnTo>
                    <a:pt x="19900" y="2008835"/>
                  </a:lnTo>
                  <a:lnTo>
                    <a:pt x="17322" y="2006714"/>
                  </a:lnTo>
                  <a:lnTo>
                    <a:pt x="14947" y="2004339"/>
                  </a:lnTo>
                  <a:lnTo>
                    <a:pt x="12585" y="2001977"/>
                  </a:lnTo>
                  <a:lnTo>
                    <a:pt x="0" y="1971586"/>
                  </a:lnTo>
                  <a:lnTo>
                    <a:pt x="0" y="1968246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96250" y="17716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2" y="0"/>
                  </a:moveTo>
                  <a:lnTo>
                    <a:pt x="230327" y="0"/>
                  </a:lnTo>
                  <a:lnTo>
                    <a:pt x="222542" y="381"/>
                  </a:lnTo>
                  <a:lnTo>
                    <a:pt x="184023" y="6096"/>
                  </a:lnTo>
                  <a:lnTo>
                    <a:pt x="139788" y="21107"/>
                  </a:lnTo>
                  <a:lnTo>
                    <a:pt x="99339" y="44462"/>
                  </a:lnTo>
                  <a:lnTo>
                    <a:pt x="64223" y="75260"/>
                  </a:lnTo>
                  <a:lnTo>
                    <a:pt x="35801" y="112306"/>
                  </a:lnTo>
                  <a:lnTo>
                    <a:pt x="15138" y="154203"/>
                  </a:lnTo>
                  <a:lnTo>
                    <a:pt x="3048" y="199313"/>
                  </a:lnTo>
                  <a:lnTo>
                    <a:pt x="0" y="230327"/>
                  </a:lnTo>
                  <a:lnTo>
                    <a:pt x="0" y="245922"/>
                  </a:lnTo>
                  <a:lnTo>
                    <a:pt x="6096" y="292227"/>
                  </a:lnTo>
                  <a:lnTo>
                    <a:pt x="21107" y="336461"/>
                  </a:lnTo>
                  <a:lnTo>
                    <a:pt x="44462" y="376897"/>
                  </a:lnTo>
                  <a:lnTo>
                    <a:pt x="75260" y="412013"/>
                  </a:lnTo>
                  <a:lnTo>
                    <a:pt x="112318" y="440448"/>
                  </a:lnTo>
                  <a:lnTo>
                    <a:pt x="154203" y="461098"/>
                  </a:lnTo>
                  <a:lnTo>
                    <a:pt x="199313" y="473189"/>
                  </a:lnTo>
                  <a:lnTo>
                    <a:pt x="230327" y="476250"/>
                  </a:lnTo>
                  <a:lnTo>
                    <a:pt x="245922" y="476250"/>
                  </a:lnTo>
                  <a:lnTo>
                    <a:pt x="292227" y="470154"/>
                  </a:lnTo>
                  <a:lnTo>
                    <a:pt x="336461" y="455142"/>
                  </a:lnTo>
                  <a:lnTo>
                    <a:pt x="376897" y="431787"/>
                  </a:lnTo>
                  <a:lnTo>
                    <a:pt x="412013" y="400989"/>
                  </a:lnTo>
                  <a:lnTo>
                    <a:pt x="440448" y="363931"/>
                  </a:lnTo>
                  <a:lnTo>
                    <a:pt x="461111" y="322046"/>
                  </a:lnTo>
                  <a:lnTo>
                    <a:pt x="473189" y="276936"/>
                  </a:lnTo>
                  <a:lnTo>
                    <a:pt x="476250" y="245922"/>
                  </a:lnTo>
                  <a:lnTo>
                    <a:pt x="476250" y="238125"/>
                  </a:lnTo>
                  <a:lnTo>
                    <a:pt x="476250" y="230327"/>
                  </a:lnTo>
                  <a:lnTo>
                    <a:pt x="470154" y="184023"/>
                  </a:lnTo>
                  <a:lnTo>
                    <a:pt x="455142" y="139788"/>
                  </a:lnTo>
                  <a:lnTo>
                    <a:pt x="431787" y="99339"/>
                  </a:lnTo>
                  <a:lnTo>
                    <a:pt x="400989" y="64223"/>
                  </a:lnTo>
                  <a:lnTo>
                    <a:pt x="363931" y="35801"/>
                  </a:lnTo>
                  <a:lnTo>
                    <a:pt x="322046" y="15138"/>
                  </a:lnTo>
                  <a:lnTo>
                    <a:pt x="276923" y="3048"/>
                  </a:lnTo>
                  <a:lnTo>
                    <a:pt x="253707" y="381"/>
                  </a:lnTo>
                  <a:lnTo>
                    <a:pt x="245922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2904" y="1900232"/>
              <a:ext cx="188604" cy="22457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8086076" y="2369216"/>
            <a:ext cx="2339975" cy="1057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50" b="1">
                <a:solidFill>
                  <a:srgbClr val="262424"/>
                </a:solidFill>
                <a:latin typeface="Tahoma"/>
                <a:cs typeface="Tahoma"/>
              </a:rPr>
              <a:t>PDF</a:t>
            </a:r>
            <a:r>
              <a:rPr dirty="0" sz="1550" spc="-16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62424"/>
                </a:solidFill>
                <a:latin typeface="Tahoma"/>
                <a:cs typeface="Tahoma"/>
              </a:rPr>
              <a:t>Reports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15"/>
              </a:spcBef>
            </a:pP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Generate</a:t>
            </a:r>
            <a:r>
              <a:rPr dirty="0" sz="125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detailed</a:t>
            </a:r>
            <a:r>
              <a:rPr dirty="0" sz="125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sensor</a:t>
            </a:r>
            <a:r>
              <a:rPr dirty="0" sz="125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charts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50" spc="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statistics</a:t>
            </a:r>
            <a:r>
              <a:rPr dirty="0" sz="125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250" spc="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62424"/>
                </a:solidFill>
                <a:latin typeface="Tahoma"/>
                <a:cs typeface="Tahoma"/>
              </a:rPr>
              <a:t>archiving</a:t>
            </a:r>
            <a:r>
              <a:rPr dirty="0" sz="125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analysis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905375" y="3771900"/>
            <a:ext cx="5905500" cy="1781175"/>
            <a:chOff x="4905375" y="3771900"/>
            <a:chExt cx="5905500" cy="1781175"/>
          </a:xfrm>
        </p:grpSpPr>
        <p:sp>
          <p:nvSpPr>
            <p:cNvPr id="17" name="object 17" descr=""/>
            <p:cNvSpPr/>
            <p:nvPr/>
          </p:nvSpPr>
          <p:spPr>
            <a:xfrm>
              <a:off x="4910137" y="3776662"/>
              <a:ext cx="5895975" cy="1771650"/>
            </a:xfrm>
            <a:custGeom>
              <a:avLst/>
              <a:gdLst/>
              <a:ahLst/>
              <a:cxnLst/>
              <a:rect l="l" t="t" r="r" b="b"/>
              <a:pathLst>
                <a:path w="5895975" h="1771650">
                  <a:moveTo>
                    <a:pt x="5848273" y="0"/>
                  </a:moveTo>
                  <a:lnTo>
                    <a:pt x="47701" y="0"/>
                  </a:lnTo>
                  <a:lnTo>
                    <a:pt x="44386" y="330"/>
                  </a:lnTo>
                  <a:lnTo>
                    <a:pt x="10464" y="19900"/>
                  </a:lnTo>
                  <a:lnTo>
                    <a:pt x="0" y="47701"/>
                  </a:lnTo>
                  <a:lnTo>
                    <a:pt x="0" y="1720593"/>
                  </a:lnTo>
                  <a:lnTo>
                    <a:pt x="0" y="1723941"/>
                  </a:lnTo>
                  <a:lnTo>
                    <a:pt x="17322" y="1759065"/>
                  </a:lnTo>
                  <a:lnTo>
                    <a:pt x="47701" y="1771646"/>
                  </a:lnTo>
                  <a:lnTo>
                    <a:pt x="5848273" y="1771646"/>
                  </a:lnTo>
                  <a:lnTo>
                    <a:pt x="5883389" y="1754322"/>
                  </a:lnTo>
                  <a:lnTo>
                    <a:pt x="5895975" y="1723941"/>
                  </a:lnTo>
                  <a:lnTo>
                    <a:pt x="5895975" y="47701"/>
                  </a:lnTo>
                  <a:lnTo>
                    <a:pt x="5878652" y="12585"/>
                  </a:lnTo>
                  <a:lnTo>
                    <a:pt x="5851588" y="330"/>
                  </a:lnTo>
                  <a:lnTo>
                    <a:pt x="5848273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10137" y="3776662"/>
              <a:ext cx="5895975" cy="1771650"/>
            </a:xfrm>
            <a:custGeom>
              <a:avLst/>
              <a:gdLst/>
              <a:ahLst/>
              <a:cxnLst/>
              <a:rect l="l" t="t" r="r" b="b"/>
              <a:pathLst>
                <a:path w="5895975" h="1771650">
                  <a:moveTo>
                    <a:pt x="0" y="1720593"/>
                  </a:moveTo>
                  <a:lnTo>
                    <a:pt x="0" y="51054"/>
                  </a:lnTo>
                  <a:lnTo>
                    <a:pt x="0" y="47701"/>
                  </a:lnTo>
                  <a:lnTo>
                    <a:pt x="330" y="44386"/>
                  </a:lnTo>
                  <a:lnTo>
                    <a:pt x="977" y="41097"/>
                  </a:lnTo>
                  <a:lnTo>
                    <a:pt x="1638" y="37807"/>
                  </a:lnTo>
                  <a:lnTo>
                    <a:pt x="2603" y="34607"/>
                  </a:lnTo>
                  <a:lnTo>
                    <a:pt x="3886" y="31521"/>
                  </a:lnTo>
                  <a:lnTo>
                    <a:pt x="5168" y="28422"/>
                  </a:lnTo>
                  <a:lnTo>
                    <a:pt x="31521" y="3886"/>
                  </a:lnTo>
                  <a:lnTo>
                    <a:pt x="34620" y="2603"/>
                  </a:lnTo>
                  <a:lnTo>
                    <a:pt x="37807" y="1638"/>
                  </a:lnTo>
                  <a:lnTo>
                    <a:pt x="41097" y="977"/>
                  </a:lnTo>
                  <a:lnTo>
                    <a:pt x="44386" y="330"/>
                  </a:lnTo>
                  <a:lnTo>
                    <a:pt x="47701" y="0"/>
                  </a:lnTo>
                  <a:lnTo>
                    <a:pt x="51054" y="0"/>
                  </a:lnTo>
                  <a:lnTo>
                    <a:pt x="5844921" y="0"/>
                  </a:lnTo>
                  <a:lnTo>
                    <a:pt x="5848273" y="0"/>
                  </a:lnTo>
                  <a:lnTo>
                    <a:pt x="5851588" y="330"/>
                  </a:lnTo>
                  <a:lnTo>
                    <a:pt x="5854877" y="977"/>
                  </a:lnTo>
                  <a:lnTo>
                    <a:pt x="5858167" y="1638"/>
                  </a:lnTo>
                  <a:lnTo>
                    <a:pt x="5861354" y="2603"/>
                  </a:lnTo>
                  <a:lnTo>
                    <a:pt x="5864453" y="3886"/>
                  </a:lnTo>
                  <a:lnTo>
                    <a:pt x="5867552" y="5168"/>
                  </a:lnTo>
                  <a:lnTo>
                    <a:pt x="5881014" y="14947"/>
                  </a:lnTo>
                  <a:lnTo>
                    <a:pt x="5883389" y="17322"/>
                  </a:lnTo>
                  <a:lnTo>
                    <a:pt x="5885510" y="19900"/>
                  </a:lnTo>
                  <a:lnTo>
                    <a:pt x="5887364" y="22694"/>
                  </a:lnTo>
                  <a:lnTo>
                    <a:pt x="5889231" y="25476"/>
                  </a:lnTo>
                  <a:lnTo>
                    <a:pt x="5890806" y="28422"/>
                  </a:lnTo>
                  <a:lnTo>
                    <a:pt x="5892088" y="31521"/>
                  </a:lnTo>
                  <a:lnTo>
                    <a:pt x="5893371" y="34607"/>
                  </a:lnTo>
                  <a:lnTo>
                    <a:pt x="5894336" y="37807"/>
                  </a:lnTo>
                  <a:lnTo>
                    <a:pt x="5894997" y="41097"/>
                  </a:lnTo>
                  <a:lnTo>
                    <a:pt x="5895644" y="44386"/>
                  </a:lnTo>
                  <a:lnTo>
                    <a:pt x="5895975" y="47701"/>
                  </a:lnTo>
                  <a:lnTo>
                    <a:pt x="5895975" y="51054"/>
                  </a:lnTo>
                  <a:lnTo>
                    <a:pt x="5895975" y="1720593"/>
                  </a:lnTo>
                  <a:lnTo>
                    <a:pt x="5895975" y="1723941"/>
                  </a:lnTo>
                  <a:lnTo>
                    <a:pt x="5895644" y="1727260"/>
                  </a:lnTo>
                  <a:lnTo>
                    <a:pt x="5894997" y="1730549"/>
                  </a:lnTo>
                  <a:lnTo>
                    <a:pt x="5894336" y="1733838"/>
                  </a:lnTo>
                  <a:lnTo>
                    <a:pt x="5893371" y="1737033"/>
                  </a:lnTo>
                  <a:lnTo>
                    <a:pt x="5892088" y="1740128"/>
                  </a:lnTo>
                  <a:lnTo>
                    <a:pt x="5890806" y="1743224"/>
                  </a:lnTo>
                  <a:lnTo>
                    <a:pt x="5889231" y="1746166"/>
                  </a:lnTo>
                  <a:lnTo>
                    <a:pt x="5887364" y="1748955"/>
                  </a:lnTo>
                  <a:lnTo>
                    <a:pt x="5885510" y="1751742"/>
                  </a:lnTo>
                  <a:lnTo>
                    <a:pt x="5883389" y="1754322"/>
                  </a:lnTo>
                  <a:lnTo>
                    <a:pt x="5881014" y="1756693"/>
                  </a:lnTo>
                  <a:lnTo>
                    <a:pt x="5878652" y="1759065"/>
                  </a:lnTo>
                  <a:lnTo>
                    <a:pt x="5876074" y="1761183"/>
                  </a:lnTo>
                  <a:lnTo>
                    <a:pt x="5873280" y="1763043"/>
                  </a:lnTo>
                  <a:lnTo>
                    <a:pt x="5870498" y="1764903"/>
                  </a:lnTo>
                  <a:lnTo>
                    <a:pt x="5867552" y="1766477"/>
                  </a:lnTo>
                  <a:lnTo>
                    <a:pt x="5864453" y="1767761"/>
                  </a:lnTo>
                  <a:lnTo>
                    <a:pt x="5861354" y="1769046"/>
                  </a:lnTo>
                  <a:lnTo>
                    <a:pt x="5858167" y="1770014"/>
                  </a:lnTo>
                  <a:lnTo>
                    <a:pt x="5854877" y="1770668"/>
                  </a:lnTo>
                  <a:lnTo>
                    <a:pt x="5851588" y="1771323"/>
                  </a:lnTo>
                  <a:lnTo>
                    <a:pt x="5848273" y="1771646"/>
                  </a:lnTo>
                  <a:lnTo>
                    <a:pt x="5844921" y="1771651"/>
                  </a:lnTo>
                  <a:lnTo>
                    <a:pt x="51054" y="1771651"/>
                  </a:lnTo>
                  <a:lnTo>
                    <a:pt x="47701" y="1771646"/>
                  </a:lnTo>
                  <a:lnTo>
                    <a:pt x="44386" y="1771323"/>
                  </a:lnTo>
                  <a:lnTo>
                    <a:pt x="41097" y="1770668"/>
                  </a:lnTo>
                  <a:lnTo>
                    <a:pt x="37807" y="1770014"/>
                  </a:lnTo>
                  <a:lnTo>
                    <a:pt x="34620" y="1769046"/>
                  </a:lnTo>
                  <a:lnTo>
                    <a:pt x="31521" y="1767761"/>
                  </a:lnTo>
                  <a:lnTo>
                    <a:pt x="28422" y="1766477"/>
                  </a:lnTo>
                  <a:lnTo>
                    <a:pt x="25476" y="1764903"/>
                  </a:lnTo>
                  <a:lnTo>
                    <a:pt x="22694" y="1763043"/>
                  </a:lnTo>
                  <a:lnTo>
                    <a:pt x="19900" y="1761178"/>
                  </a:lnTo>
                  <a:lnTo>
                    <a:pt x="3886" y="1740128"/>
                  </a:lnTo>
                  <a:lnTo>
                    <a:pt x="2603" y="1737033"/>
                  </a:lnTo>
                  <a:lnTo>
                    <a:pt x="1638" y="1733838"/>
                  </a:lnTo>
                  <a:lnTo>
                    <a:pt x="977" y="1730549"/>
                  </a:lnTo>
                  <a:lnTo>
                    <a:pt x="330" y="1727260"/>
                  </a:lnTo>
                  <a:lnTo>
                    <a:pt x="0" y="1723941"/>
                  </a:lnTo>
                  <a:lnTo>
                    <a:pt x="0" y="1720593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076825" y="3933825"/>
              <a:ext cx="476250" cy="485775"/>
            </a:xfrm>
            <a:custGeom>
              <a:avLst/>
              <a:gdLst/>
              <a:ahLst/>
              <a:cxnLst/>
              <a:rect l="l" t="t" r="r" b="b"/>
              <a:pathLst>
                <a:path w="476250" h="485775">
                  <a:moveTo>
                    <a:pt x="245922" y="0"/>
                  </a:moveTo>
                  <a:lnTo>
                    <a:pt x="230327" y="0"/>
                  </a:lnTo>
                  <a:lnTo>
                    <a:pt x="222542" y="381"/>
                  </a:lnTo>
                  <a:lnTo>
                    <a:pt x="184023" y="6096"/>
                  </a:lnTo>
                  <a:lnTo>
                    <a:pt x="139788" y="21107"/>
                  </a:lnTo>
                  <a:lnTo>
                    <a:pt x="99352" y="44462"/>
                  </a:lnTo>
                  <a:lnTo>
                    <a:pt x="64223" y="75260"/>
                  </a:lnTo>
                  <a:lnTo>
                    <a:pt x="35801" y="112306"/>
                  </a:lnTo>
                  <a:lnTo>
                    <a:pt x="15138" y="154203"/>
                  </a:lnTo>
                  <a:lnTo>
                    <a:pt x="3060" y="199313"/>
                  </a:lnTo>
                  <a:lnTo>
                    <a:pt x="0" y="230327"/>
                  </a:lnTo>
                  <a:lnTo>
                    <a:pt x="0" y="247650"/>
                  </a:lnTo>
                  <a:lnTo>
                    <a:pt x="0" y="255447"/>
                  </a:lnTo>
                  <a:lnTo>
                    <a:pt x="6096" y="301752"/>
                  </a:lnTo>
                  <a:lnTo>
                    <a:pt x="21107" y="345986"/>
                  </a:lnTo>
                  <a:lnTo>
                    <a:pt x="44462" y="386422"/>
                  </a:lnTo>
                  <a:lnTo>
                    <a:pt x="75260" y="421538"/>
                  </a:lnTo>
                  <a:lnTo>
                    <a:pt x="112318" y="449973"/>
                  </a:lnTo>
                  <a:lnTo>
                    <a:pt x="154203" y="470623"/>
                  </a:lnTo>
                  <a:lnTo>
                    <a:pt x="199313" y="482714"/>
                  </a:lnTo>
                  <a:lnTo>
                    <a:pt x="230327" y="485775"/>
                  </a:lnTo>
                  <a:lnTo>
                    <a:pt x="245922" y="485775"/>
                  </a:lnTo>
                  <a:lnTo>
                    <a:pt x="292227" y="479679"/>
                  </a:lnTo>
                  <a:lnTo>
                    <a:pt x="336461" y="464667"/>
                  </a:lnTo>
                  <a:lnTo>
                    <a:pt x="376897" y="441312"/>
                  </a:lnTo>
                  <a:lnTo>
                    <a:pt x="412026" y="410514"/>
                  </a:lnTo>
                  <a:lnTo>
                    <a:pt x="440448" y="373456"/>
                  </a:lnTo>
                  <a:lnTo>
                    <a:pt x="461111" y="331571"/>
                  </a:lnTo>
                  <a:lnTo>
                    <a:pt x="473189" y="286461"/>
                  </a:lnTo>
                  <a:lnTo>
                    <a:pt x="476250" y="255447"/>
                  </a:lnTo>
                  <a:lnTo>
                    <a:pt x="476250" y="230327"/>
                  </a:lnTo>
                  <a:lnTo>
                    <a:pt x="470154" y="184023"/>
                  </a:lnTo>
                  <a:lnTo>
                    <a:pt x="455142" y="139788"/>
                  </a:lnTo>
                  <a:lnTo>
                    <a:pt x="431787" y="99339"/>
                  </a:lnTo>
                  <a:lnTo>
                    <a:pt x="400989" y="64223"/>
                  </a:lnTo>
                  <a:lnTo>
                    <a:pt x="363931" y="35801"/>
                  </a:lnTo>
                  <a:lnTo>
                    <a:pt x="322046" y="15138"/>
                  </a:lnTo>
                  <a:lnTo>
                    <a:pt x="276936" y="3048"/>
                  </a:lnTo>
                  <a:lnTo>
                    <a:pt x="253707" y="381"/>
                  </a:lnTo>
                  <a:lnTo>
                    <a:pt x="245922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5409" y="4067400"/>
              <a:ext cx="224733" cy="214751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5062639" y="4540916"/>
            <a:ext cx="5302250" cy="8096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45" b="1">
                <a:solidFill>
                  <a:srgbClr val="262424"/>
                </a:solidFill>
                <a:latin typeface="Tahoma"/>
                <a:cs typeface="Tahoma"/>
              </a:rPr>
              <a:t>Action</a:t>
            </a:r>
            <a:r>
              <a:rPr dirty="0" sz="1550" spc="-12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262424"/>
                </a:solidFill>
                <a:latin typeface="Tahoma"/>
                <a:cs typeface="Tahoma"/>
              </a:rPr>
              <a:t>Logging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540"/>
              </a:spcBef>
            </a:pPr>
            <a:r>
              <a:rPr dirty="0" sz="1250" spc="20">
                <a:solidFill>
                  <a:srgbClr val="262424"/>
                </a:solidFill>
                <a:latin typeface="Tahoma"/>
                <a:cs typeface="Tahoma"/>
              </a:rPr>
              <a:t>Comprehensive</a:t>
            </a:r>
            <a:r>
              <a:rPr dirty="0" sz="12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262424"/>
                </a:solidFill>
                <a:latin typeface="Tahoma"/>
                <a:cs typeface="Tahoma"/>
              </a:rPr>
              <a:t>history</a:t>
            </a:r>
            <a:r>
              <a:rPr dirty="0" sz="12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dirty="0" sz="1250" spc="-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actuator</a:t>
            </a:r>
            <a:r>
              <a:rPr dirty="0" sz="12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state</a:t>
            </a:r>
            <a:r>
              <a:rPr dirty="0" sz="1250" spc="-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262424"/>
                </a:solidFill>
                <a:latin typeface="Tahoma"/>
                <a:cs typeface="Tahoma"/>
              </a:rPr>
              <a:t>changes</a:t>
            </a:r>
            <a:r>
              <a:rPr dirty="0" sz="12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25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262424"/>
                </a:solidFill>
                <a:latin typeface="Tahoma"/>
                <a:cs typeface="Tahoma"/>
              </a:rPr>
              <a:t>auditing</a:t>
            </a:r>
            <a:r>
              <a:rPr dirty="0" sz="1250" spc="-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62424"/>
                </a:solidFill>
                <a:latin typeface="Tahoma"/>
                <a:cs typeface="Tahoma"/>
              </a:rPr>
              <a:t>automation behaviour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1058767"/>
            <a:ext cx="3859529" cy="55753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50" spc="-75"/>
              <a:t>Key</a:t>
            </a:r>
            <a:r>
              <a:rPr dirty="0" sz="3450" spc="-370"/>
              <a:t> </a:t>
            </a:r>
            <a:r>
              <a:rPr dirty="0" sz="3450" spc="-85"/>
              <a:t>Achievements</a:t>
            </a:r>
            <a:endParaRPr sz="3450"/>
          </a:p>
        </p:txBody>
      </p:sp>
      <p:sp>
        <p:nvSpPr>
          <p:cNvPr id="4" name="object 4" descr=""/>
          <p:cNvSpPr txBox="1"/>
          <p:nvPr/>
        </p:nvSpPr>
        <p:spPr>
          <a:xfrm>
            <a:off x="738880" y="1888585"/>
            <a:ext cx="1586230" cy="2103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3970">
              <a:lnSpc>
                <a:spcPct val="100000"/>
              </a:lnSpc>
              <a:spcBef>
                <a:spcPts val="105"/>
              </a:spcBef>
            </a:pPr>
            <a:r>
              <a:rPr dirty="0" sz="4600" spc="-315" b="1">
                <a:solidFill>
                  <a:srgbClr val="262424"/>
                </a:solidFill>
                <a:latin typeface="Tahoma"/>
                <a:cs typeface="Tahoma"/>
              </a:rPr>
              <a:t>7</a:t>
            </a:r>
            <a:endParaRPr sz="4600">
              <a:latin typeface="Tahoma"/>
              <a:cs typeface="Tahoma"/>
            </a:endParaRPr>
          </a:p>
          <a:p>
            <a:pPr algn="ctr" marL="2540">
              <a:lnSpc>
                <a:spcPct val="100000"/>
              </a:lnSpc>
              <a:spcBef>
                <a:spcPts val="1455"/>
              </a:spcBef>
            </a:pPr>
            <a:r>
              <a:rPr dirty="0" sz="1750" spc="-10" b="1">
                <a:solidFill>
                  <a:srgbClr val="262424"/>
                </a:solidFill>
                <a:latin typeface="Tahoma"/>
                <a:cs typeface="Tahoma"/>
              </a:rPr>
              <a:t>Microservices</a:t>
            </a:r>
            <a:endParaRPr sz="1750">
              <a:latin typeface="Tahoma"/>
              <a:cs typeface="Tahoma"/>
            </a:endParaRPr>
          </a:p>
          <a:p>
            <a:pPr algn="ctr" marL="12700" marR="5080">
              <a:lnSpc>
                <a:spcPct val="133900"/>
              </a:lnSpc>
              <a:spcBef>
                <a:spcPts val="530"/>
              </a:spcBef>
            </a:pP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Containerised </a:t>
            </a:r>
            <a:r>
              <a:rPr dirty="0" sz="1400" spc="50">
                <a:solidFill>
                  <a:srgbClr val="262424"/>
                </a:solidFill>
                <a:latin typeface="Tahoma"/>
                <a:cs typeface="Tahoma"/>
              </a:rPr>
              <a:t>services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working</a:t>
            </a:r>
            <a:r>
              <a:rPr dirty="0" sz="14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in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harmony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62953" y="1888585"/>
            <a:ext cx="3688715" cy="2103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0209">
              <a:lnSpc>
                <a:spcPct val="100000"/>
              </a:lnSpc>
              <a:spcBef>
                <a:spcPts val="105"/>
              </a:spcBef>
              <a:tabLst>
                <a:tab pos="1842135" algn="l"/>
              </a:tabLst>
            </a:pPr>
            <a:r>
              <a:rPr dirty="0" sz="4600" spc="-550" b="1">
                <a:solidFill>
                  <a:srgbClr val="262424"/>
                </a:solidFill>
                <a:latin typeface="Tahoma"/>
                <a:cs typeface="Tahoma"/>
              </a:rPr>
              <a:t>16</a:t>
            </a:r>
            <a:r>
              <a:rPr dirty="0" sz="4600" b="1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4600" spc="-295" b="1">
                <a:solidFill>
                  <a:srgbClr val="262424"/>
                </a:solidFill>
                <a:latin typeface="Tahoma"/>
                <a:cs typeface="Tahoma"/>
              </a:rPr>
              <a:t>99.9%</a:t>
            </a:r>
            <a:endParaRPr sz="4600">
              <a:latin typeface="Tahoma"/>
              <a:cs typeface="Tahoma"/>
            </a:endParaRPr>
          </a:p>
          <a:p>
            <a:pPr marL="84455">
              <a:lnSpc>
                <a:spcPct val="100000"/>
              </a:lnSpc>
              <a:spcBef>
                <a:spcPts val="1455"/>
              </a:spcBef>
              <a:tabLst>
                <a:tab pos="2233295" algn="l"/>
              </a:tabLst>
            </a:pPr>
            <a:r>
              <a:rPr dirty="0" sz="1750" spc="-45" b="1">
                <a:solidFill>
                  <a:srgbClr val="262424"/>
                </a:solidFill>
                <a:latin typeface="Tahoma"/>
                <a:cs typeface="Tahoma"/>
              </a:rPr>
              <a:t>User</a:t>
            </a:r>
            <a:r>
              <a:rPr dirty="0" sz="1750" spc="-18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62424"/>
                </a:solidFill>
                <a:latin typeface="Tahoma"/>
                <a:cs typeface="Tahoma"/>
              </a:rPr>
              <a:t>Stories</a:t>
            </a:r>
            <a:r>
              <a:rPr dirty="0" sz="1750" b="1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750" spc="-125" b="1">
                <a:solidFill>
                  <a:srgbClr val="262424"/>
                </a:solidFill>
                <a:latin typeface="Tahoma"/>
                <a:cs typeface="Tahoma"/>
              </a:rPr>
              <a:t>Real-</a:t>
            </a:r>
            <a:r>
              <a:rPr dirty="0" sz="1750" spc="-20" b="1">
                <a:solidFill>
                  <a:srgbClr val="262424"/>
                </a:solidFill>
                <a:latin typeface="Tahoma"/>
                <a:cs typeface="Tahoma"/>
              </a:rPr>
              <a:t>Time</a:t>
            </a:r>
            <a:endParaRPr sz="1750">
              <a:latin typeface="Tahoma"/>
              <a:cs typeface="Tahoma"/>
            </a:endParaRPr>
          </a:p>
          <a:p>
            <a:pPr marL="197485" marR="118745" indent="-185420">
              <a:lnSpc>
                <a:spcPct val="133900"/>
              </a:lnSpc>
              <a:spcBef>
                <a:spcPts val="530"/>
              </a:spcBef>
              <a:tabLst>
                <a:tab pos="1941830" algn="l"/>
                <a:tab pos="2026920" algn="l"/>
              </a:tabLst>
            </a:pP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Complete</a:t>
            </a:r>
            <a:r>
              <a:rPr dirty="0" sz="14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feature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WebSocket</a:t>
            </a:r>
            <a:r>
              <a:rPr dirty="0" sz="1400" spc="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updates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coverage</a:t>
            </a:r>
            <a:r>
              <a:rPr dirty="0" sz="1400" spc="2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		for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live</a:t>
            </a:r>
            <a:r>
              <a:rPr dirty="0" sz="1400" spc="-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monitoring</a:t>
            </a:r>
            <a:endParaRPr sz="1400">
              <a:latin typeface="Tahoma"/>
              <a:cs typeface="Tahoma"/>
            </a:endParaRPr>
          </a:p>
          <a:p>
            <a:pPr marL="321310">
              <a:lnSpc>
                <a:spcPct val="100000"/>
              </a:lnSpc>
              <a:spcBef>
                <a:spcPts val="570"/>
              </a:spcBef>
            </a:pP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operators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7459" y="4175633"/>
            <a:ext cx="5852795" cy="11493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50"/>
              </a:spcBef>
            </a:pP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This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distributed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automation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platform</a:t>
            </a:r>
            <a:r>
              <a:rPr dirty="0" sz="14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demonstrates</a:t>
            </a:r>
            <a:r>
              <a:rPr dirty="0" sz="14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event-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driven 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architecture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principles,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microservices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communication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262424"/>
                </a:solidFill>
                <a:latin typeface="Tahoma"/>
                <a:cs typeface="Tahoma"/>
              </a:rPr>
              <a:t>patterns,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 real-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time</a:t>
            </a:r>
            <a:r>
              <a:rPr dirty="0" sz="14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system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monitoring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capabilities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suitable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4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62424"/>
                </a:solidFill>
                <a:latin typeface="Tahoma"/>
                <a:cs typeface="Tahoma"/>
              </a:rPr>
              <a:t>mission-</a:t>
            </a:r>
            <a:r>
              <a:rPr dirty="0" sz="1400" spc="-10">
                <a:solidFill>
                  <a:srgbClr val="262424"/>
                </a:solidFill>
                <a:latin typeface="Tahoma"/>
                <a:cs typeface="Tahoma"/>
              </a:rPr>
              <a:t>critical environments.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lightpdf.com</dc:creator>
  <dc:subject>LightPDF - Edit, Convert PDF Files Online for Free</dc:subject>
  <dcterms:created xsi:type="dcterms:W3CDTF">2026-03-10T20:33:32Z</dcterms:created>
  <dcterms:modified xsi:type="dcterms:W3CDTF">2026-03-10T20:33:32Z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Creator">
    <vt:lpwstr>lightpdf.com</vt:lpwstr>
  </property>
  <property fmtid="{D5CDD505-2E9C-101B-9397-08002B2CF9AE}" pid="4" name="LastSaved">
    <vt:filetime>2026-03-10T00:00:00Z</vt:filetime>
  </property>
</Properties>
</file>